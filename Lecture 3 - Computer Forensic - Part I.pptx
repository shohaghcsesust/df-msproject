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6" r:id="rId1"/>
  </p:sldMasterIdLst>
  <p:notesMasterIdLst>
    <p:notesMasterId r:id="rId31"/>
  </p:notesMasterIdLst>
  <p:handoutMasterIdLst>
    <p:handoutMasterId r:id="rId32"/>
  </p:handoutMasterIdLst>
  <p:sldIdLst>
    <p:sldId id="319" r:id="rId2"/>
    <p:sldId id="321" r:id="rId3"/>
    <p:sldId id="320" r:id="rId4"/>
    <p:sldId id="350" r:id="rId5"/>
    <p:sldId id="379" r:id="rId6"/>
    <p:sldId id="351" r:id="rId7"/>
    <p:sldId id="380" r:id="rId8"/>
    <p:sldId id="381" r:id="rId9"/>
    <p:sldId id="322" r:id="rId10"/>
    <p:sldId id="352" r:id="rId11"/>
    <p:sldId id="387" r:id="rId12"/>
    <p:sldId id="389" r:id="rId13"/>
    <p:sldId id="390" r:id="rId14"/>
    <p:sldId id="354" r:id="rId15"/>
    <p:sldId id="353" r:id="rId16"/>
    <p:sldId id="355" r:id="rId17"/>
    <p:sldId id="382" r:id="rId18"/>
    <p:sldId id="388" r:id="rId19"/>
    <p:sldId id="383" r:id="rId20"/>
    <p:sldId id="358" r:id="rId21"/>
    <p:sldId id="359" r:id="rId22"/>
    <p:sldId id="384" r:id="rId23"/>
    <p:sldId id="361" r:id="rId24"/>
    <p:sldId id="364" r:id="rId25"/>
    <p:sldId id="385" r:id="rId26"/>
    <p:sldId id="386" r:id="rId27"/>
    <p:sldId id="369" r:id="rId28"/>
    <p:sldId id="371" r:id="rId29"/>
    <p:sldId id="337" r:id="rId3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kern="1200">
        <a:solidFill>
          <a:schemeClr val="tx1"/>
        </a:solidFill>
        <a:latin typeface="Arial" charset="0"/>
        <a:ea typeface="MS PGothic" pitchFamily="34" charset="-128"/>
        <a:cs typeface="+mn-cs"/>
      </a:defRPr>
    </a:lvl5pPr>
    <a:lvl6pPr marL="2286000" algn="l" defTabSz="914400" rtl="0" eaLnBrk="1" latinLnBrk="0" hangingPunct="1">
      <a:defRPr kern="1200">
        <a:solidFill>
          <a:schemeClr val="tx1"/>
        </a:solidFill>
        <a:latin typeface="Arial" charset="0"/>
        <a:ea typeface="MS PGothic" pitchFamily="34" charset="-128"/>
        <a:cs typeface="+mn-cs"/>
      </a:defRPr>
    </a:lvl6pPr>
    <a:lvl7pPr marL="2743200" algn="l" defTabSz="914400" rtl="0" eaLnBrk="1" latinLnBrk="0" hangingPunct="1">
      <a:defRPr kern="1200">
        <a:solidFill>
          <a:schemeClr val="tx1"/>
        </a:solidFill>
        <a:latin typeface="Arial" charset="0"/>
        <a:ea typeface="MS PGothic" pitchFamily="34" charset="-128"/>
        <a:cs typeface="+mn-cs"/>
      </a:defRPr>
    </a:lvl7pPr>
    <a:lvl8pPr marL="3200400" algn="l" defTabSz="914400" rtl="0" eaLnBrk="1" latinLnBrk="0" hangingPunct="1">
      <a:defRPr kern="1200">
        <a:solidFill>
          <a:schemeClr val="tx1"/>
        </a:solidFill>
        <a:latin typeface="Arial" charset="0"/>
        <a:ea typeface="MS PGothic" pitchFamily="34" charset="-128"/>
        <a:cs typeface="+mn-cs"/>
      </a:defRPr>
    </a:lvl8pPr>
    <a:lvl9pPr marL="3657600" algn="l" defTabSz="914400" rtl="0" eaLnBrk="1" latinLnBrk="0" hangingPunct="1">
      <a:defRPr kern="1200">
        <a:solidFill>
          <a:schemeClr val="tx1"/>
        </a:solidFill>
        <a:latin typeface="Arial" charset="0"/>
        <a:ea typeface="MS PGothic"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9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863A"/>
    <a:srgbClr val="04B8BC"/>
    <a:srgbClr val="18B2B6"/>
    <a:srgbClr val="FFFFFF"/>
    <a:srgbClr val="222222"/>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24" autoAdjust="0"/>
  </p:normalViewPr>
  <p:slideViewPr>
    <p:cSldViewPr>
      <p:cViewPr varScale="1">
        <p:scale>
          <a:sx n="65" d="100"/>
          <a:sy n="65" d="100"/>
        </p:scale>
        <p:origin x="-1452" y="-78"/>
      </p:cViewPr>
      <p:guideLst>
        <p:guide orient="horz" pos="2160"/>
        <p:guide pos="29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8468"/>
    </p:cViewPr>
  </p:sorter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12288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12288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12288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3AAC16CC-A029-45AB-B3C1-F6A4AEE26651}" type="slidenum">
              <a:rPr lang="en-US" altLang="zh-CN"/>
              <a:pPr>
                <a:defRPr/>
              </a:pPr>
              <a:t>‹#›</a:t>
            </a:fld>
            <a:endParaRPr lang="en-US" altLang="zh-CN"/>
          </a:p>
        </p:txBody>
      </p:sp>
    </p:spTree>
    <p:extLst>
      <p:ext uri="{BB962C8B-B14F-4D97-AF65-F5344CB8AC3E}">
        <p14:creationId xmlns:p14="http://schemas.microsoft.com/office/powerpoint/2010/main" val="29853405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8916"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0B689BCA-108E-4A98-AEE3-FFAD7A2F010C}" type="slidenum">
              <a:rPr lang="en-US" altLang="zh-CN"/>
              <a:pPr>
                <a:defRPr/>
              </a:pPr>
              <a:t>‹#›</a:t>
            </a:fld>
            <a:endParaRPr lang="en-US" altLang="zh-CN"/>
          </a:p>
        </p:txBody>
      </p:sp>
    </p:spTree>
    <p:extLst>
      <p:ext uri="{BB962C8B-B14F-4D97-AF65-F5344CB8AC3E}">
        <p14:creationId xmlns:p14="http://schemas.microsoft.com/office/powerpoint/2010/main" val="13850245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headEnd/>
            <a:tailEnd/>
          </a:ln>
        </p:spPr>
        <p:txBody>
          <a:bodyPr/>
          <a:lstStyle/>
          <a:p>
            <a:fld id="{0580AAEC-7635-48C2-860D-559AA1FD2290}" type="slidenum">
              <a:rPr lang="en-US" altLang="zh-CN" smtClean="0"/>
              <a:pPr/>
              <a:t>1</a:t>
            </a:fld>
            <a:endParaRPr lang="en-US" altLang="zh-CN" smtClean="0"/>
          </a:p>
        </p:txBody>
      </p:sp>
      <p:sp>
        <p:nvSpPr>
          <p:cNvPr id="39939" name="Rectangle 2"/>
          <p:cNvSpPr>
            <a:spLocks noGrp="1" noRot="1" noChangeAspect="1" noChangeArrowheads="1" noTextEdit="1"/>
          </p:cNvSpPr>
          <p:nvPr>
            <p:ph type="sldImg" idx="4294967295"/>
          </p:nvPr>
        </p:nvSpPr>
        <p:spPr>
          <a:ln/>
        </p:spPr>
      </p:sp>
      <p:sp>
        <p:nvSpPr>
          <p:cNvPr id="39940" name="Rectangle 3"/>
          <p:cNvSpPr>
            <a:spLocks noGrp="1" noChangeArrowheads="1"/>
          </p:cNvSpPr>
          <p:nvPr>
            <p:ph type="body" idx="4294967295"/>
          </p:nvPr>
        </p:nvSpPr>
        <p:spPr/>
        <p:txBody>
          <a:bodyPr>
            <a:prstTxWarp prst="textNoShape">
              <a:avLst/>
            </a:prstTxWarp>
          </a:bodyPr>
          <a:lstStyle/>
          <a:p>
            <a:pPr eaLnBrk="1" hangingPunct="1"/>
            <a:endParaRPr lang="en-US" smtClean="0"/>
          </a:p>
        </p:txBody>
      </p:sp>
    </p:spTree>
    <p:extLst>
      <p:ext uri="{BB962C8B-B14F-4D97-AF65-F5344CB8AC3E}">
        <p14:creationId xmlns:p14="http://schemas.microsoft.com/office/powerpoint/2010/main" val="2019896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headEnd/>
            <a:tailEnd/>
          </a:ln>
        </p:spPr>
        <p:txBody>
          <a:bodyPr/>
          <a:lstStyle/>
          <a:p>
            <a:fld id="{B526F197-0382-4EDC-9D6C-F19EA36EF30E}" type="slidenum">
              <a:rPr lang="en-US" altLang="zh-CN" smtClean="0"/>
              <a:pPr/>
              <a:t>3</a:t>
            </a:fld>
            <a:endParaRPr lang="en-US" altLang="zh-CN" smtClean="0"/>
          </a:p>
        </p:txBody>
      </p:sp>
      <p:sp>
        <p:nvSpPr>
          <p:cNvPr id="40963" name="Rectangle 2"/>
          <p:cNvSpPr>
            <a:spLocks noGrp="1" noRot="1" noChangeAspect="1" noChangeArrowheads="1" noTextEdit="1"/>
          </p:cNvSpPr>
          <p:nvPr>
            <p:ph type="sldImg" idx="4294967295"/>
          </p:nvPr>
        </p:nvSpPr>
        <p:spPr>
          <a:ln/>
        </p:spPr>
      </p:sp>
      <p:sp>
        <p:nvSpPr>
          <p:cNvPr id="40964" name="Rectangle 3"/>
          <p:cNvSpPr>
            <a:spLocks noGrp="1" noChangeArrowheads="1"/>
          </p:cNvSpPr>
          <p:nvPr>
            <p:ph type="body" idx="4294967295"/>
          </p:nvPr>
        </p:nvSpPr>
        <p:spPr/>
        <p:txBody>
          <a:bodyPr>
            <a:prstTxWarp prst="textNoShape">
              <a:avLst/>
            </a:prstTxWarp>
          </a:bodyPr>
          <a:lstStyle/>
          <a:p>
            <a:pPr eaLnBrk="1" hangingPunct="1"/>
            <a:endParaRPr lang="en-US" smtClean="0"/>
          </a:p>
        </p:txBody>
      </p:sp>
    </p:spTree>
    <p:extLst>
      <p:ext uri="{BB962C8B-B14F-4D97-AF65-F5344CB8AC3E}">
        <p14:creationId xmlns:p14="http://schemas.microsoft.com/office/powerpoint/2010/main" val="414498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ChangeArrowheads="1" noTextEdit="1"/>
          </p:cNvSpPr>
          <p:nvPr>
            <p:ph type="sldImg" idx="4294967295"/>
          </p:nvPr>
        </p:nvSpPr>
        <p:spPr>
          <a:ln/>
        </p:spPr>
      </p:sp>
      <p:sp>
        <p:nvSpPr>
          <p:cNvPr id="41987" name="Notes Placeholder 2"/>
          <p:cNvSpPr>
            <a:spLocks noGrp="1" noChangeArrowheads="1"/>
          </p:cNvSpPr>
          <p:nvPr>
            <p:ph type="body" idx="4294967295"/>
          </p:nvPr>
        </p:nvSpPr>
        <p:spPr/>
        <p:txBody>
          <a:bodyPr>
            <a:prstTxWarp prst="textNoShape">
              <a:avLst/>
            </a:prstTxWarp>
          </a:bodyPr>
          <a:lstStyle/>
          <a:p>
            <a:endParaRPr lang="en-MY" smtClean="0"/>
          </a:p>
        </p:txBody>
      </p:sp>
      <p:sp>
        <p:nvSpPr>
          <p:cNvPr id="41988" name="Slide Number Placeholder 3"/>
          <p:cNvSpPr>
            <a:spLocks noGrp="1" noChangeArrowheads="1"/>
          </p:cNvSpPr>
          <p:nvPr>
            <p:ph type="sldNum" sz="quarter" idx="5"/>
          </p:nvPr>
        </p:nvSpPr>
        <p:spPr>
          <a:noFill/>
          <a:ln>
            <a:headEnd/>
            <a:tailEnd/>
          </a:ln>
        </p:spPr>
        <p:txBody>
          <a:bodyPr/>
          <a:lstStyle/>
          <a:p>
            <a:fld id="{5CC284CC-76BB-47A0-B975-B310B1B7D588}" type="slidenum">
              <a:rPr lang="en-US" altLang="zh-CN" smtClean="0"/>
              <a:pPr/>
              <a:t>4</a:t>
            </a:fld>
            <a:endParaRPr lang="en-US" altLang="zh-CN" smtClean="0"/>
          </a:p>
        </p:txBody>
      </p:sp>
    </p:spTree>
    <p:extLst>
      <p:ext uri="{BB962C8B-B14F-4D97-AF65-F5344CB8AC3E}">
        <p14:creationId xmlns:p14="http://schemas.microsoft.com/office/powerpoint/2010/main" val="194894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headEnd/>
            <a:tailEnd/>
          </a:ln>
        </p:spPr>
        <p:txBody>
          <a:bodyPr/>
          <a:lstStyle/>
          <a:p>
            <a:fld id="{7D652518-3499-41FE-80AB-04E8E4A29379}" type="slidenum">
              <a:rPr lang="en-US" altLang="zh-CN" smtClean="0"/>
              <a:pPr/>
              <a:t>5</a:t>
            </a:fld>
            <a:endParaRPr lang="en-US" altLang="zh-CN" smtClean="0"/>
          </a:p>
        </p:txBody>
      </p:sp>
      <p:sp>
        <p:nvSpPr>
          <p:cNvPr id="43011" name="Rectangle 2"/>
          <p:cNvSpPr>
            <a:spLocks noGrp="1" noRot="1" noChangeAspect="1" noChangeArrowheads="1" noTextEdit="1"/>
          </p:cNvSpPr>
          <p:nvPr>
            <p:ph type="sldImg" idx="4294967295"/>
          </p:nvPr>
        </p:nvSpPr>
        <p:spPr>
          <a:ln/>
        </p:spPr>
      </p:sp>
      <p:sp>
        <p:nvSpPr>
          <p:cNvPr id="43012" name="Rectangle 3"/>
          <p:cNvSpPr>
            <a:spLocks noGrp="1" noChangeArrowheads="1"/>
          </p:cNvSpPr>
          <p:nvPr>
            <p:ph type="body" idx="4294967295"/>
          </p:nvPr>
        </p:nvSpPr>
        <p:spPr>
          <a:noFill/>
          <a:ln/>
        </p:spPr>
        <p:txBody>
          <a:bodyPr>
            <a:prstTxWarp prst="textNoShape">
              <a:avLst/>
            </a:prstTxWarp>
          </a:bodyPr>
          <a:lstStyle/>
          <a:p>
            <a:pPr eaLnBrk="1" hangingPunct="1"/>
            <a:endParaRPr lang="en-US" smtClean="0"/>
          </a:p>
        </p:txBody>
      </p:sp>
    </p:spTree>
    <p:extLst>
      <p:ext uri="{BB962C8B-B14F-4D97-AF65-F5344CB8AC3E}">
        <p14:creationId xmlns:p14="http://schemas.microsoft.com/office/powerpoint/2010/main" val="3904945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headEnd/>
            <a:tailEnd/>
          </a:ln>
        </p:spPr>
        <p:txBody>
          <a:bodyPr/>
          <a:lstStyle/>
          <a:p>
            <a:fld id="{1E2EC77B-B51C-4315-A871-4DC133CEAC58}" type="slidenum">
              <a:rPr lang="en-US" altLang="zh-CN" smtClean="0"/>
              <a:pPr/>
              <a:t>7</a:t>
            </a:fld>
            <a:endParaRPr lang="en-US" altLang="zh-CN" smtClean="0"/>
          </a:p>
        </p:txBody>
      </p:sp>
      <p:sp>
        <p:nvSpPr>
          <p:cNvPr id="44035" name="Rectangle 2"/>
          <p:cNvSpPr>
            <a:spLocks noGrp="1" noRot="1" noChangeAspect="1" noChangeArrowheads="1" noTextEdit="1"/>
          </p:cNvSpPr>
          <p:nvPr>
            <p:ph type="sldImg" idx="4294967295"/>
          </p:nvPr>
        </p:nvSpPr>
        <p:spPr>
          <a:ln/>
        </p:spPr>
      </p:sp>
      <p:sp>
        <p:nvSpPr>
          <p:cNvPr id="44036" name="Rectangle 3"/>
          <p:cNvSpPr>
            <a:spLocks noGrp="1" noChangeArrowheads="1"/>
          </p:cNvSpPr>
          <p:nvPr>
            <p:ph type="body" idx="4294967295"/>
          </p:nvPr>
        </p:nvSpPr>
        <p:spPr>
          <a:noFill/>
          <a:ln/>
        </p:spPr>
        <p:txBody>
          <a:bodyPr>
            <a:prstTxWarp prst="textNoShape">
              <a:avLst/>
            </a:prstTxWarp>
          </a:bodyPr>
          <a:lstStyle/>
          <a:p>
            <a:pPr eaLnBrk="1" hangingPunct="1"/>
            <a:endParaRPr lang="en-US" smtClean="0"/>
          </a:p>
        </p:txBody>
      </p:sp>
    </p:spTree>
    <p:extLst>
      <p:ext uri="{BB962C8B-B14F-4D97-AF65-F5344CB8AC3E}">
        <p14:creationId xmlns:p14="http://schemas.microsoft.com/office/powerpoint/2010/main" val="4104281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headEnd/>
            <a:tailEnd/>
          </a:ln>
        </p:spPr>
        <p:txBody>
          <a:bodyPr/>
          <a:lstStyle/>
          <a:p>
            <a:fld id="{9BD4A852-16E2-4C2D-83AA-5549E4E50569}" type="slidenum">
              <a:rPr lang="en-US" altLang="zh-CN" smtClean="0"/>
              <a:pPr/>
              <a:t>8</a:t>
            </a:fld>
            <a:endParaRPr lang="en-US" altLang="zh-CN" smtClean="0"/>
          </a:p>
        </p:txBody>
      </p:sp>
      <p:sp>
        <p:nvSpPr>
          <p:cNvPr id="45059" name="Rectangle 2"/>
          <p:cNvSpPr>
            <a:spLocks noGrp="1" noRot="1" noChangeAspect="1" noChangeArrowheads="1" noTextEdit="1"/>
          </p:cNvSpPr>
          <p:nvPr>
            <p:ph type="sldImg" idx="4294967295"/>
          </p:nvPr>
        </p:nvSpPr>
        <p:spPr>
          <a:ln/>
        </p:spPr>
      </p:sp>
      <p:sp>
        <p:nvSpPr>
          <p:cNvPr id="45060" name="Rectangle 3"/>
          <p:cNvSpPr>
            <a:spLocks noGrp="1" noChangeArrowheads="1"/>
          </p:cNvSpPr>
          <p:nvPr>
            <p:ph type="body" idx="4294967295"/>
          </p:nvPr>
        </p:nvSpPr>
        <p:spPr>
          <a:noFill/>
          <a:ln/>
        </p:spPr>
        <p:txBody>
          <a:bodyPr>
            <a:prstTxWarp prst="textNoShape">
              <a:avLst/>
            </a:prstTxWarp>
          </a:bodyPr>
          <a:lstStyle/>
          <a:p>
            <a:pPr eaLnBrk="1" hangingPunct="1"/>
            <a:endParaRPr lang="en-US" smtClean="0"/>
          </a:p>
        </p:txBody>
      </p:sp>
    </p:spTree>
    <p:extLst>
      <p:ext uri="{BB962C8B-B14F-4D97-AF65-F5344CB8AC3E}">
        <p14:creationId xmlns:p14="http://schemas.microsoft.com/office/powerpoint/2010/main" val="2260379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auto">
      <p:bgPr>
        <a:gradFill rotWithShape="0">
          <a:gsLst>
            <a:gs pos="0">
              <a:schemeClr val="bg1"/>
            </a:gs>
            <a:gs pos="100000">
              <a:srgbClr val="32324A"/>
            </a:gs>
          </a:gsLst>
          <a:lin ang="2700000" scaled="1"/>
        </a:gra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498475" y="1311275"/>
            <a:ext cx="10429875" cy="5908675"/>
            <a:chOff x="-313" y="824"/>
            <a:chExt cx="6570" cy="3722"/>
          </a:xfrm>
        </p:grpSpPr>
        <p:sp>
          <p:nvSpPr>
            <p:cNvPr id="5" name="Rectangle 3"/>
            <p:cNvSpPr>
              <a:spLocks noChangeArrowheads="1"/>
            </p:cNvSpPr>
            <p:nvPr userDrawn="1"/>
          </p:nvSpPr>
          <p:spPr bwMode="auto">
            <a:xfrm rot="20798144" flipV="1">
              <a:off x="-14" y="1033"/>
              <a:ext cx="1744" cy="6"/>
            </a:xfrm>
            <a:prstGeom prst="rect">
              <a:avLst/>
            </a:prstGeom>
            <a:gradFill rotWithShape="0">
              <a:gsLst>
                <a:gs pos="0">
                  <a:srgbClr val="5D5D8B"/>
                </a:gs>
                <a:gs pos="100000">
                  <a:schemeClr val="bg1"/>
                </a:gs>
              </a:gsLst>
              <a:lin ang="2700000" scaled="1"/>
            </a:gradFill>
            <a:ln w="9525">
              <a:noFill/>
              <a:miter lim="800000"/>
              <a:headEnd/>
              <a:tailEnd/>
            </a:ln>
          </p:spPr>
          <p:txBody>
            <a:bodyPr rot="10800000"/>
            <a:lstStyle/>
            <a:p>
              <a:pPr algn="ctr" eaLnBrk="1" hangingPunct="1">
                <a:defRPr/>
              </a:pPr>
              <a:endParaRPr lang="en-US"/>
            </a:p>
          </p:txBody>
        </p:sp>
        <p:sp>
          <p:nvSpPr>
            <p:cNvPr id="6" name="Rectangle 4"/>
            <p:cNvSpPr>
              <a:spLocks noChangeArrowheads="1"/>
            </p:cNvSpPr>
            <p:nvPr userDrawn="1"/>
          </p:nvSpPr>
          <p:spPr bwMode="auto">
            <a:xfrm rot="20774366" flipV="1">
              <a:off x="-24" y="1127"/>
              <a:ext cx="2033" cy="6"/>
            </a:xfrm>
            <a:prstGeom prst="rect">
              <a:avLst/>
            </a:prstGeom>
            <a:gradFill rotWithShape="0">
              <a:gsLst>
                <a:gs pos="0">
                  <a:srgbClr val="5D5D8B"/>
                </a:gs>
                <a:gs pos="100000">
                  <a:schemeClr val="bg1"/>
                </a:gs>
              </a:gsLst>
              <a:lin ang="2700000" scaled="1"/>
            </a:gradFill>
            <a:ln w="9525">
              <a:noFill/>
              <a:miter lim="800000"/>
              <a:headEnd/>
              <a:tailEnd/>
            </a:ln>
          </p:spPr>
          <p:txBody>
            <a:bodyPr rot="10800000"/>
            <a:lstStyle/>
            <a:p>
              <a:pPr algn="ctr" eaLnBrk="1" hangingPunct="1">
                <a:defRPr/>
              </a:pPr>
              <a:endParaRPr lang="en-US"/>
            </a:p>
          </p:txBody>
        </p:sp>
        <p:sp>
          <p:nvSpPr>
            <p:cNvPr id="7" name="Rectangle 5"/>
            <p:cNvSpPr>
              <a:spLocks noChangeArrowheads="1"/>
            </p:cNvSpPr>
            <p:nvPr userDrawn="1"/>
          </p:nvSpPr>
          <p:spPr bwMode="auto">
            <a:xfrm rot="20757421" flipV="1">
              <a:off x="-27" y="1198"/>
              <a:ext cx="2246" cy="6"/>
            </a:xfrm>
            <a:prstGeom prst="rect">
              <a:avLst/>
            </a:prstGeom>
            <a:gradFill rotWithShape="0">
              <a:gsLst>
                <a:gs pos="0">
                  <a:srgbClr val="5D5D8B"/>
                </a:gs>
                <a:gs pos="100000">
                  <a:schemeClr val="bg1"/>
                </a:gs>
              </a:gsLst>
              <a:lin ang="2700000" scaled="1"/>
            </a:gradFill>
            <a:ln w="9525">
              <a:noFill/>
              <a:miter lim="800000"/>
              <a:headEnd/>
              <a:tailEnd/>
            </a:ln>
          </p:spPr>
          <p:txBody>
            <a:bodyPr rot="10800000"/>
            <a:lstStyle/>
            <a:p>
              <a:pPr algn="ctr" eaLnBrk="1" hangingPunct="1">
                <a:defRPr/>
              </a:pPr>
              <a:endParaRPr lang="en-US"/>
            </a:p>
          </p:txBody>
        </p:sp>
        <p:sp>
          <p:nvSpPr>
            <p:cNvPr id="8" name="Rectangle 6"/>
            <p:cNvSpPr>
              <a:spLocks noChangeArrowheads="1"/>
            </p:cNvSpPr>
            <p:nvPr userDrawn="1"/>
          </p:nvSpPr>
          <p:spPr bwMode="auto">
            <a:xfrm rot="20684206" flipV="1">
              <a:off x="-43" y="1283"/>
              <a:ext cx="2476" cy="6"/>
            </a:xfrm>
            <a:prstGeom prst="rect">
              <a:avLst/>
            </a:prstGeom>
            <a:gradFill rotWithShape="0">
              <a:gsLst>
                <a:gs pos="0">
                  <a:srgbClr val="5D5D8B"/>
                </a:gs>
                <a:gs pos="100000">
                  <a:schemeClr val="bg1"/>
                </a:gs>
              </a:gsLst>
              <a:lin ang="2700000" scaled="1"/>
            </a:gradFill>
            <a:ln w="9525">
              <a:noFill/>
              <a:miter lim="800000"/>
              <a:headEnd/>
              <a:tailEnd/>
            </a:ln>
          </p:spPr>
          <p:txBody>
            <a:bodyPr rot="10800000"/>
            <a:lstStyle/>
            <a:p>
              <a:pPr algn="ctr" eaLnBrk="1" hangingPunct="1">
                <a:defRPr/>
              </a:pPr>
              <a:endParaRPr lang="en-US"/>
            </a:p>
          </p:txBody>
        </p:sp>
        <p:sp>
          <p:nvSpPr>
            <p:cNvPr id="9" name="Rectangle 7"/>
            <p:cNvSpPr>
              <a:spLocks noChangeArrowheads="1"/>
            </p:cNvSpPr>
            <p:nvPr userDrawn="1"/>
          </p:nvSpPr>
          <p:spPr bwMode="auto">
            <a:xfrm rot="20631226" flipV="1">
              <a:off x="-51" y="1397"/>
              <a:ext cx="2770" cy="6"/>
            </a:xfrm>
            <a:prstGeom prst="rect">
              <a:avLst/>
            </a:prstGeom>
            <a:gradFill rotWithShape="0">
              <a:gsLst>
                <a:gs pos="0">
                  <a:srgbClr val="5D5D8B"/>
                </a:gs>
                <a:gs pos="100000">
                  <a:schemeClr val="bg1"/>
                </a:gs>
              </a:gsLst>
              <a:lin ang="2700000" scaled="1"/>
            </a:gradFill>
            <a:ln w="9525">
              <a:noFill/>
              <a:miter lim="800000"/>
              <a:headEnd/>
              <a:tailEnd/>
            </a:ln>
          </p:spPr>
          <p:txBody>
            <a:bodyPr rot="10800000"/>
            <a:lstStyle/>
            <a:p>
              <a:pPr algn="ctr" eaLnBrk="1" hangingPunct="1">
                <a:defRPr/>
              </a:pPr>
              <a:endParaRPr lang="en-US"/>
            </a:p>
          </p:txBody>
        </p:sp>
        <p:sp>
          <p:nvSpPr>
            <p:cNvPr id="10" name="Rectangle 8"/>
            <p:cNvSpPr>
              <a:spLocks noChangeArrowheads="1"/>
            </p:cNvSpPr>
            <p:nvPr userDrawn="1"/>
          </p:nvSpPr>
          <p:spPr bwMode="auto">
            <a:xfrm rot="20554235" flipV="1">
              <a:off x="-65" y="1523"/>
              <a:ext cx="3058" cy="6"/>
            </a:xfrm>
            <a:prstGeom prst="rect">
              <a:avLst/>
            </a:prstGeom>
            <a:gradFill rotWithShape="0">
              <a:gsLst>
                <a:gs pos="0">
                  <a:srgbClr val="5D5D8B"/>
                </a:gs>
                <a:gs pos="100000">
                  <a:schemeClr val="bg1"/>
                </a:gs>
              </a:gsLst>
              <a:lin ang="2700000" scaled="1"/>
            </a:gradFill>
            <a:ln w="9525">
              <a:noFill/>
              <a:miter lim="800000"/>
              <a:headEnd/>
              <a:tailEnd/>
            </a:ln>
          </p:spPr>
          <p:txBody>
            <a:bodyPr rot="10800000"/>
            <a:lstStyle/>
            <a:p>
              <a:pPr algn="ctr" eaLnBrk="1" hangingPunct="1">
                <a:defRPr/>
              </a:pPr>
              <a:endParaRPr lang="en-US"/>
            </a:p>
          </p:txBody>
        </p:sp>
        <p:sp>
          <p:nvSpPr>
            <p:cNvPr id="11" name="Rectangle 9"/>
            <p:cNvSpPr>
              <a:spLocks noChangeArrowheads="1"/>
            </p:cNvSpPr>
            <p:nvPr userDrawn="1"/>
          </p:nvSpPr>
          <p:spPr bwMode="auto">
            <a:xfrm rot="20466593" flipV="1">
              <a:off x="-93" y="1694"/>
              <a:ext cx="3403" cy="6"/>
            </a:xfrm>
            <a:prstGeom prst="rect">
              <a:avLst/>
            </a:prstGeom>
            <a:gradFill rotWithShape="0">
              <a:gsLst>
                <a:gs pos="0">
                  <a:srgbClr val="5D5D8B"/>
                </a:gs>
                <a:gs pos="100000">
                  <a:schemeClr val="bg1"/>
                </a:gs>
              </a:gsLst>
              <a:lin ang="2700000" scaled="1"/>
            </a:gradFill>
            <a:ln w="9525">
              <a:noFill/>
              <a:miter lim="800000"/>
              <a:headEnd/>
              <a:tailEnd/>
            </a:ln>
          </p:spPr>
          <p:txBody>
            <a:bodyPr rot="10800000"/>
            <a:lstStyle/>
            <a:p>
              <a:pPr algn="ctr" eaLnBrk="1" hangingPunct="1">
                <a:defRPr/>
              </a:pPr>
              <a:endParaRPr lang="en-US"/>
            </a:p>
          </p:txBody>
        </p:sp>
        <p:sp>
          <p:nvSpPr>
            <p:cNvPr id="12" name="Rectangle 10"/>
            <p:cNvSpPr>
              <a:spLocks noChangeArrowheads="1"/>
            </p:cNvSpPr>
            <p:nvPr userDrawn="1"/>
          </p:nvSpPr>
          <p:spPr bwMode="auto">
            <a:xfrm rot="20343219" flipV="1">
              <a:off x="-99" y="1863"/>
              <a:ext cx="3749" cy="6"/>
            </a:xfrm>
            <a:prstGeom prst="rect">
              <a:avLst/>
            </a:prstGeom>
            <a:gradFill rotWithShape="0">
              <a:gsLst>
                <a:gs pos="0">
                  <a:schemeClr val="bg1"/>
                </a:gs>
                <a:gs pos="100000">
                  <a:srgbClr val="565682"/>
                </a:gs>
              </a:gsLst>
              <a:lin ang="2700000" scaled="1"/>
            </a:gradFill>
            <a:ln w="9525">
              <a:noFill/>
              <a:miter lim="800000"/>
              <a:headEnd/>
              <a:tailEnd/>
            </a:ln>
          </p:spPr>
          <p:txBody>
            <a:bodyPr rot="10800000"/>
            <a:lstStyle/>
            <a:p>
              <a:pPr algn="ctr" eaLnBrk="1" hangingPunct="1">
                <a:defRPr/>
              </a:pPr>
              <a:endParaRPr lang="en-US"/>
            </a:p>
          </p:txBody>
        </p:sp>
        <p:sp>
          <p:nvSpPr>
            <p:cNvPr id="13" name="Rectangle 11"/>
            <p:cNvSpPr>
              <a:spLocks noChangeArrowheads="1"/>
            </p:cNvSpPr>
            <p:nvPr userDrawn="1"/>
          </p:nvSpPr>
          <p:spPr bwMode="auto">
            <a:xfrm rot="20211065" flipV="1">
              <a:off x="-165" y="2053"/>
              <a:ext cx="4209" cy="6"/>
            </a:xfrm>
            <a:prstGeom prst="rect">
              <a:avLst/>
            </a:prstGeom>
            <a:gradFill rotWithShape="0">
              <a:gsLst>
                <a:gs pos="0">
                  <a:schemeClr val="bg1"/>
                </a:gs>
                <a:gs pos="100000">
                  <a:srgbClr val="4D4D74"/>
                </a:gs>
              </a:gsLst>
              <a:lin ang="2700000" scaled="1"/>
            </a:gradFill>
            <a:ln w="9525">
              <a:noFill/>
              <a:miter lim="800000"/>
              <a:headEnd/>
              <a:tailEnd/>
            </a:ln>
          </p:spPr>
          <p:txBody>
            <a:bodyPr rot="10800000"/>
            <a:lstStyle/>
            <a:p>
              <a:pPr algn="ctr" eaLnBrk="1" hangingPunct="1">
                <a:defRPr/>
              </a:pPr>
              <a:endParaRPr lang="en-US"/>
            </a:p>
          </p:txBody>
        </p:sp>
        <p:sp>
          <p:nvSpPr>
            <p:cNvPr id="14" name="Rectangle 12"/>
            <p:cNvSpPr>
              <a:spLocks noChangeArrowheads="1"/>
            </p:cNvSpPr>
            <p:nvPr userDrawn="1"/>
          </p:nvSpPr>
          <p:spPr bwMode="auto">
            <a:xfrm rot="20102912" flipV="1">
              <a:off x="-214" y="2289"/>
              <a:ext cx="4612" cy="6"/>
            </a:xfrm>
            <a:prstGeom prst="rect">
              <a:avLst/>
            </a:prstGeom>
            <a:gradFill rotWithShape="0">
              <a:gsLst>
                <a:gs pos="0">
                  <a:schemeClr val="bg1"/>
                </a:gs>
                <a:gs pos="100000">
                  <a:srgbClr val="47476B"/>
                </a:gs>
              </a:gsLst>
              <a:lin ang="2700000" scaled="1"/>
            </a:gradFill>
            <a:ln w="9525">
              <a:noFill/>
              <a:miter lim="800000"/>
              <a:headEnd/>
              <a:tailEnd/>
            </a:ln>
          </p:spPr>
          <p:txBody>
            <a:bodyPr rot="10800000"/>
            <a:lstStyle/>
            <a:p>
              <a:pPr algn="ctr" eaLnBrk="1" hangingPunct="1">
                <a:defRPr/>
              </a:pPr>
              <a:endParaRPr lang="en-US"/>
            </a:p>
          </p:txBody>
        </p:sp>
        <p:sp>
          <p:nvSpPr>
            <p:cNvPr id="15" name="Rectangle 13"/>
            <p:cNvSpPr>
              <a:spLocks noChangeArrowheads="1"/>
            </p:cNvSpPr>
            <p:nvPr userDrawn="1"/>
          </p:nvSpPr>
          <p:spPr bwMode="auto">
            <a:xfrm rot="19923405" flipV="1">
              <a:off x="-313" y="2617"/>
              <a:ext cx="5200" cy="6"/>
            </a:xfrm>
            <a:prstGeom prst="rect">
              <a:avLst/>
            </a:prstGeom>
            <a:gradFill rotWithShape="0">
              <a:gsLst>
                <a:gs pos="0">
                  <a:schemeClr val="bg1"/>
                </a:gs>
                <a:gs pos="100000">
                  <a:srgbClr val="3E3E5D"/>
                </a:gs>
              </a:gsLst>
              <a:lin ang="2700000" scaled="1"/>
            </a:gradFill>
            <a:ln w="9525">
              <a:noFill/>
              <a:miter lim="800000"/>
              <a:headEnd/>
              <a:tailEnd/>
            </a:ln>
          </p:spPr>
          <p:txBody>
            <a:bodyPr rot="10800000"/>
            <a:lstStyle/>
            <a:p>
              <a:pPr algn="ctr" eaLnBrk="1" hangingPunct="1">
                <a:defRPr/>
              </a:pPr>
              <a:endParaRPr lang="en-US"/>
            </a:p>
          </p:txBody>
        </p:sp>
        <p:sp>
          <p:nvSpPr>
            <p:cNvPr id="16" name="Rectangle 14"/>
            <p:cNvSpPr>
              <a:spLocks noChangeArrowheads="1"/>
            </p:cNvSpPr>
            <p:nvPr userDrawn="1"/>
          </p:nvSpPr>
          <p:spPr bwMode="auto">
            <a:xfrm rot="19686284" flipV="1">
              <a:off x="9" y="2881"/>
              <a:ext cx="5401" cy="6"/>
            </a:xfrm>
            <a:prstGeom prst="rect">
              <a:avLst/>
            </a:prstGeom>
            <a:gradFill rotWithShape="0">
              <a:gsLst>
                <a:gs pos="0">
                  <a:schemeClr val="bg1"/>
                </a:gs>
                <a:gs pos="100000">
                  <a:srgbClr val="2F2F47"/>
                </a:gs>
              </a:gsLst>
              <a:lin ang="2700000" scaled="1"/>
            </a:gradFill>
            <a:ln w="9525">
              <a:noFill/>
              <a:miter lim="800000"/>
              <a:headEnd/>
              <a:tailEnd/>
            </a:ln>
          </p:spPr>
          <p:txBody>
            <a:bodyPr rot="10800000"/>
            <a:lstStyle/>
            <a:p>
              <a:pPr algn="ctr" eaLnBrk="1" hangingPunct="1">
                <a:defRPr/>
              </a:pPr>
              <a:endParaRPr lang="en-US"/>
            </a:p>
          </p:txBody>
        </p:sp>
        <p:sp>
          <p:nvSpPr>
            <p:cNvPr id="17" name="Rectangle 15"/>
            <p:cNvSpPr>
              <a:spLocks noChangeArrowheads="1"/>
            </p:cNvSpPr>
            <p:nvPr userDrawn="1"/>
          </p:nvSpPr>
          <p:spPr bwMode="auto">
            <a:xfrm rot="19383534" flipV="1">
              <a:off x="1319" y="2928"/>
              <a:ext cx="4612" cy="6"/>
            </a:xfrm>
            <a:prstGeom prst="rect">
              <a:avLst/>
            </a:prstGeom>
            <a:gradFill rotWithShape="0">
              <a:gsLst>
                <a:gs pos="0">
                  <a:schemeClr val="bg1"/>
                </a:gs>
                <a:gs pos="100000">
                  <a:srgbClr val="1F1F2E"/>
                </a:gs>
              </a:gsLst>
              <a:lin ang="2700000" scaled="1"/>
            </a:gradFill>
            <a:ln w="9525">
              <a:noFill/>
              <a:miter lim="800000"/>
              <a:headEnd/>
              <a:tailEnd/>
            </a:ln>
          </p:spPr>
          <p:txBody>
            <a:bodyPr rot="10800000"/>
            <a:lstStyle/>
            <a:p>
              <a:pPr algn="ctr" eaLnBrk="1" hangingPunct="1">
                <a:defRPr/>
              </a:pPr>
              <a:endParaRPr lang="en-US"/>
            </a:p>
          </p:txBody>
        </p:sp>
        <p:sp>
          <p:nvSpPr>
            <p:cNvPr id="18" name="Rectangle 16"/>
            <p:cNvSpPr>
              <a:spLocks noChangeArrowheads="1"/>
            </p:cNvSpPr>
            <p:nvPr userDrawn="1"/>
          </p:nvSpPr>
          <p:spPr bwMode="auto">
            <a:xfrm rot="18994182" flipV="1">
              <a:off x="2681" y="3071"/>
              <a:ext cx="3576" cy="6"/>
            </a:xfrm>
            <a:prstGeom prst="rect">
              <a:avLst/>
            </a:prstGeom>
            <a:gradFill rotWithShape="0">
              <a:gsLst>
                <a:gs pos="0">
                  <a:schemeClr val="bg1"/>
                </a:gs>
                <a:gs pos="100000">
                  <a:srgbClr val="030305"/>
                </a:gs>
              </a:gsLst>
              <a:lin ang="2700000" scaled="1"/>
            </a:gradFill>
            <a:ln w="9525">
              <a:noFill/>
              <a:miter lim="800000"/>
              <a:headEnd/>
              <a:tailEnd/>
            </a:ln>
          </p:spPr>
          <p:txBody>
            <a:bodyPr rot="10800000"/>
            <a:lstStyle/>
            <a:p>
              <a:pPr algn="ctr" eaLnBrk="1" hangingPunct="1">
                <a:defRPr/>
              </a:pPr>
              <a:endParaRPr lang="en-US"/>
            </a:p>
          </p:txBody>
        </p:sp>
        <p:sp>
          <p:nvSpPr>
            <p:cNvPr id="19" name="Rectangle 17"/>
            <p:cNvSpPr>
              <a:spLocks noChangeArrowheads="1"/>
            </p:cNvSpPr>
            <p:nvPr userDrawn="1"/>
          </p:nvSpPr>
          <p:spPr bwMode="auto">
            <a:xfrm rot="18603245" flipV="1">
              <a:off x="4054" y="3501"/>
              <a:ext cx="2079" cy="6"/>
            </a:xfrm>
            <a:prstGeom prst="rect">
              <a:avLst/>
            </a:prstGeom>
            <a:gradFill rotWithShape="0">
              <a:gsLst>
                <a:gs pos="0">
                  <a:schemeClr val="bg1"/>
                </a:gs>
                <a:gs pos="100000">
                  <a:srgbClr val="000000"/>
                </a:gs>
              </a:gsLst>
              <a:lin ang="2700000" scaled="1"/>
            </a:gradFill>
            <a:ln w="9525">
              <a:noFill/>
              <a:miter lim="800000"/>
              <a:headEnd/>
              <a:tailEnd/>
            </a:ln>
          </p:spPr>
          <p:txBody>
            <a:bodyPr rot="10800000" vert="eaVert"/>
            <a:lstStyle/>
            <a:p>
              <a:pPr algn="ctr" eaLnBrk="1" hangingPunct="1">
                <a:defRPr/>
              </a:pPr>
              <a:endParaRPr lang="en-US"/>
            </a:p>
          </p:txBody>
        </p:sp>
        <p:sp>
          <p:nvSpPr>
            <p:cNvPr id="20" name="Rectangle 18"/>
            <p:cNvSpPr>
              <a:spLocks noChangeArrowheads="1"/>
            </p:cNvSpPr>
            <p:nvPr userDrawn="1"/>
          </p:nvSpPr>
          <p:spPr bwMode="auto">
            <a:xfrm rot="-3208425" flipH="1" flipV="1">
              <a:off x="5385" y="4165"/>
              <a:ext cx="501" cy="6"/>
            </a:xfrm>
            <a:prstGeom prst="rect">
              <a:avLst/>
            </a:prstGeom>
            <a:gradFill rotWithShape="0">
              <a:gsLst>
                <a:gs pos="0">
                  <a:schemeClr val="bg1"/>
                </a:gs>
                <a:gs pos="100000">
                  <a:srgbClr val="000000"/>
                </a:gs>
              </a:gsLst>
              <a:lin ang="2700000" scaled="1"/>
            </a:gradFill>
            <a:ln w="9525">
              <a:noFill/>
              <a:miter lim="800000"/>
              <a:headEnd/>
              <a:tailEnd/>
            </a:ln>
          </p:spPr>
          <p:txBody>
            <a:bodyPr rot="10800000" vert="eaVert"/>
            <a:lstStyle/>
            <a:p>
              <a:pPr algn="ctr" eaLnBrk="1" hangingPunct="1">
                <a:defRPr/>
              </a:pPr>
              <a:endParaRPr lang="en-US"/>
            </a:p>
          </p:txBody>
        </p:sp>
        <p:sp>
          <p:nvSpPr>
            <p:cNvPr id="21" name="Rectangle 19"/>
            <p:cNvSpPr>
              <a:spLocks noChangeArrowheads="1"/>
            </p:cNvSpPr>
            <p:nvPr/>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22" name="Rectangle 20"/>
            <p:cNvSpPr>
              <a:spLocks noChangeArrowheads="1"/>
            </p:cNvSpPr>
            <p:nvPr/>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23" name="Rectangle 21"/>
            <p:cNvSpPr>
              <a:spLocks noChangeArrowheads="1"/>
            </p:cNvSpPr>
            <p:nvPr/>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24" name="Rectangle 22"/>
            <p:cNvSpPr>
              <a:spLocks noChangeArrowheads="1"/>
            </p:cNvSpPr>
            <p:nvPr/>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25" name="Rectangle 23"/>
            <p:cNvSpPr>
              <a:spLocks noChangeArrowheads="1"/>
            </p:cNvSpPr>
            <p:nvPr/>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26" name="Rectangle 24"/>
            <p:cNvSpPr>
              <a:spLocks noChangeArrowheads="1"/>
            </p:cNvSpPr>
            <p:nvPr/>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27" name="Rectangle 25"/>
            <p:cNvSpPr>
              <a:spLocks noChangeArrowheads="1"/>
            </p:cNvSpPr>
            <p:nvPr userDrawn="1"/>
          </p:nvSpPr>
          <p:spPr bwMode="auto">
            <a:xfrm rot="930109" flipV="1">
              <a:off x="80" y="1946"/>
              <a:ext cx="5756" cy="6"/>
            </a:xfrm>
            <a:prstGeom prst="rect">
              <a:avLst/>
            </a:prstGeom>
            <a:gradFill rotWithShape="0">
              <a:gsLst>
                <a:gs pos="0">
                  <a:schemeClr val="bg1"/>
                </a:gs>
                <a:gs pos="100000">
                  <a:srgbClr val="3E3E5D"/>
                </a:gs>
              </a:gsLst>
              <a:lin ang="2700000" scaled="1"/>
            </a:gradFill>
            <a:ln w="9525">
              <a:noFill/>
              <a:miter lim="800000"/>
              <a:headEnd/>
              <a:tailEnd/>
            </a:ln>
          </p:spPr>
          <p:txBody>
            <a:bodyPr rot="10800000"/>
            <a:lstStyle/>
            <a:p>
              <a:pPr algn="ctr" eaLnBrk="1" hangingPunct="1">
                <a:defRPr/>
              </a:pPr>
              <a:endParaRPr lang="en-US"/>
            </a:p>
          </p:txBody>
        </p:sp>
        <p:sp>
          <p:nvSpPr>
            <p:cNvPr id="28" name="Rectangle 26"/>
            <p:cNvSpPr>
              <a:spLocks noChangeArrowheads="1"/>
            </p:cNvSpPr>
            <p:nvPr/>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29" name="Rectangle 27"/>
            <p:cNvSpPr>
              <a:spLocks noChangeArrowheads="1"/>
            </p:cNvSpPr>
            <p:nvPr/>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30" name="Rectangle 28"/>
            <p:cNvSpPr>
              <a:spLocks noChangeArrowheads="1"/>
            </p:cNvSpPr>
            <p:nvPr/>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31" name="Rectangle 29"/>
            <p:cNvSpPr>
              <a:spLocks noChangeArrowheads="1"/>
            </p:cNvSpPr>
            <p:nvPr/>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w="9525">
              <a:noFill/>
              <a:miter lim="800000"/>
            </a:ln>
            <a:effectLst/>
          </p:spPr>
          <p:txBody>
            <a:bodyPr/>
            <a:lstStyle/>
            <a:p>
              <a:pPr algn="ctr" eaLnBrk="1" hangingPunct="1">
                <a:defRPr/>
              </a:pPr>
              <a:endParaRPr lang="en-US" altLang="zh-CN">
                <a:latin typeface="Arial" panose="020B0604020202020204" pitchFamily="34" charset="0"/>
              </a:endParaRPr>
            </a:p>
          </p:txBody>
        </p:sp>
        <p:sp>
          <p:nvSpPr>
            <p:cNvPr id="32" name="Rectangle 30"/>
            <p:cNvSpPr>
              <a:spLocks noChangeArrowheads="1"/>
            </p:cNvSpPr>
            <p:nvPr userDrawn="1"/>
          </p:nvSpPr>
          <p:spPr bwMode="auto">
            <a:xfrm rot="655690" flipV="1">
              <a:off x="1487" y="1305"/>
              <a:ext cx="4314" cy="6"/>
            </a:xfrm>
            <a:prstGeom prst="rect">
              <a:avLst/>
            </a:prstGeom>
            <a:gradFill rotWithShape="0">
              <a:gsLst>
                <a:gs pos="0">
                  <a:schemeClr val="bg1"/>
                </a:gs>
                <a:gs pos="100000">
                  <a:srgbClr val="444466"/>
                </a:gs>
              </a:gsLst>
              <a:lin ang="2700000" scaled="1"/>
            </a:gradFill>
            <a:ln w="9525">
              <a:noFill/>
              <a:miter lim="800000"/>
              <a:headEnd/>
              <a:tailEnd/>
            </a:ln>
          </p:spPr>
          <p:txBody>
            <a:bodyPr rot="10800000"/>
            <a:lstStyle/>
            <a:p>
              <a:pPr algn="ctr" eaLnBrk="1" hangingPunct="1">
                <a:defRPr/>
              </a:pPr>
              <a:endParaRPr lang="en-US"/>
            </a:p>
          </p:txBody>
        </p:sp>
        <p:sp>
          <p:nvSpPr>
            <p:cNvPr id="33" name="Rectangle 31"/>
            <p:cNvSpPr>
              <a:spLocks noChangeArrowheads="1"/>
            </p:cNvSpPr>
            <p:nvPr userDrawn="1"/>
          </p:nvSpPr>
          <p:spPr bwMode="auto">
            <a:xfrm rot="636921" flipV="1">
              <a:off x="1650" y="1218"/>
              <a:ext cx="4154" cy="6"/>
            </a:xfrm>
            <a:prstGeom prst="rect">
              <a:avLst/>
            </a:prstGeom>
            <a:gradFill rotWithShape="0">
              <a:gsLst>
                <a:gs pos="0">
                  <a:schemeClr val="bg1"/>
                </a:gs>
                <a:gs pos="100000">
                  <a:srgbClr val="444466"/>
                </a:gs>
              </a:gsLst>
              <a:lin ang="2700000" scaled="1"/>
            </a:gradFill>
            <a:ln w="9525">
              <a:noFill/>
              <a:miter lim="800000"/>
              <a:headEnd/>
              <a:tailEnd/>
            </a:ln>
          </p:spPr>
          <p:txBody>
            <a:bodyPr rot="10800000"/>
            <a:lstStyle/>
            <a:p>
              <a:pPr algn="ctr" eaLnBrk="1" hangingPunct="1">
                <a:defRPr/>
              </a:pPr>
              <a:endParaRPr lang="en-US"/>
            </a:p>
          </p:txBody>
        </p:sp>
        <p:sp>
          <p:nvSpPr>
            <p:cNvPr id="34" name="Rectangle 32"/>
            <p:cNvSpPr>
              <a:spLocks noChangeArrowheads="1"/>
            </p:cNvSpPr>
            <p:nvPr userDrawn="1"/>
          </p:nvSpPr>
          <p:spPr bwMode="auto">
            <a:xfrm rot="803987" flipV="1">
              <a:off x="611" y="1684"/>
              <a:ext cx="5204" cy="6"/>
            </a:xfrm>
            <a:prstGeom prst="rect">
              <a:avLst/>
            </a:prstGeom>
            <a:gradFill rotWithShape="0">
              <a:gsLst>
                <a:gs pos="0">
                  <a:schemeClr val="bg1"/>
                </a:gs>
                <a:gs pos="100000">
                  <a:srgbClr val="3E3E5D"/>
                </a:gs>
              </a:gsLst>
              <a:lin ang="2700000" scaled="1"/>
            </a:gradFill>
            <a:ln w="9525">
              <a:noFill/>
              <a:miter lim="800000"/>
              <a:headEnd/>
              <a:tailEnd/>
            </a:ln>
          </p:spPr>
          <p:txBody>
            <a:bodyPr rot="10800000"/>
            <a:lstStyle/>
            <a:p>
              <a:pPr algn="ctr" eaLnBrk="1" hangingPunct="1">
                <a:defRPr/>
              </a:pPr>
              <a:endParaRPr lang="en-US"/>
            </a:p>
          </p:txBody>
        </p:sp>
        <p:sp>
          <p:nvSpPr>
            <p:cNvPr id="35" name="Rectangle 33"/>
            <p:cNvSpPr>
              <a:spLocks noChangeArrowheads="1"/>
            </p:cNvSpPr>
            <p:nvPr userDrawn="1"/>
          </p:nvSpPr>
          <p:spPr bwMode="auto">
            <a:xfrm rot="1273217" flipV="1">
              <a:off x="-204" y="2976"/>
              <a:ext cx="6150" cy="6"/>
            </a:xfrm>
            <a:prstGeom prst="rect">
              <a:avLst/>
            </a:prstGeom>
            <a:gradFill rotWithShape="0">
              <a:gsLst>
                <a:gs pos="0">
                  <a:schemeClr val="bg1"/>
                </a:gs>
                <a:gs pos="100000">
                  <a:srgbClr val="383853"/>
                </a:gs>
              </a:gsLst>
              <a:lin ang="2700000" scaled="1"/>
            </a:gradFill>
            <a:ln w="9525">
              <a:noFill/>
              <a:miter lim="800000"/>
              <a:headEnd/>
              <a:tailEnd/>
            </a:ln>
          </p:spPr>
          <p:txBody>
            <a:bodyPr rot="10800000"/>
            <a:lstStyle/>
            <a:p>
              <a:pPr algn="ctr" eaLnBrk="1" hangingPunct="1">
                <a:defRPr/>
              </a:pPr>
              <a:endParaRPr lang="en-US"/>
            </a:p>
          </p:txBody>
        </p:sp>
        <p:sp>
          <p:nvSpPr>
            <p:cNvPr id="36" name="Rectangle 34"/>
            <p:cNvSpPr>
              <a:spLocks noChangeArrowheads="1"/>
            </p:cNvSpPr>
            <p:nvPr userDrawn="1"/>
          </p:nvSpPr>
          <p:spPr bwMode="auto">
            <a:xfrm rot="1169729" flipV="1">
              <a:off x="-174" y="2663"/>
              <a:ext cx="6104" cy="6"/>
            </a:xfrm>
            <a:prstGeom prst="rect">
              <a:avLst/>
            </a:prstGeom>
            <a:gradFill rotWithShape="0">
              <a:gsLst>
                <a:gs pos="0">
                  <a:schemeClr val="bg1"/>
                </a:gs>
                <a:gs pos="100000">
                  <a:srgbClr val="34344F"/>
                </a:gs>
              </a:gsLst>
              <a:lin ang="2700000" scaled="1"/>
            </a:gradFill>
            <a:ln w="9525">
              <a:noFill/>
              <a:miter lim="800000"/>
              <a:headEnd/>
              <a:tailEnd/>
            </a:ln>
          </p:spPr>
          <p:txBody>
            <a:bodyPr rot="10800000"/>
            <a:lstStyle/>
            <a:p>
              <a:pPr algn="ctr" eaLnBrk="1" hangingPunct="1">
                <a:defRPr/>
              </a:pPr>
              <a:endParaRPr lang="en-US"/>
            </a:p>
          </p:txBody>
        </p:sp>
        <p:sp>
          <p:nvSpPr>
            <p:cNvPr id="37"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38"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39"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0"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1"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2"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3"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4"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5"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6"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7"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8"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49"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0"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1"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2"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3"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4"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5"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6"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7"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8"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59"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0"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1"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2"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3"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4"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5"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6"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7"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8"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69"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0"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1"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2"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3"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5"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6"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7"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8"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9"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0"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1"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2"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3"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4"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5"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6"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7"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8"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89"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0"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1"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2"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3"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4"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5"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6"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7"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8"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99"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0"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1"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2"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3"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4"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5"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6"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7"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8"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09"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0"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1"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2"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3"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4"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5"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6"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7"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8"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19"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0"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1"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2"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3"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4"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5"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6"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7"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8"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29"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0"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1"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2"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3"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4"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5"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6"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7"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8"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39"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0"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1"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2"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3"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4"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5"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6"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7"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8"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49"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0"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1"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2"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3"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4"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5"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6"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7"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8"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59"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0"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1"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2"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3"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4"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5"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6"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7"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8"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69"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0"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1"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2"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3"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4"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5"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6"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7"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8"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79"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0"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1"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2"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3"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4"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5"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6"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7"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8"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89"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0"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1"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2"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3"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4"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5"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6"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7"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8" name="Oval 196"/>
            <p:cNvSpPr>
              <a:spLocks noChangeArrowheads="1"/>
            </p:cNvSpPr>
            <p:nvPr/>
          </p:nvSpPr>
          <p:spPr bwMode="hidden">
            <a:xfrm>
              <a:off x="3255" y="4071"/>
              <a:ext cx="196" cy="106"/>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199" name="Oval 197"/>
            <p:cNvSpPr>
              <a:spLocks noChangeArrowheads="1"/>
            </p:cNvSpPr>
            <p:nvPr/>
          </p:nvSpPr>
          <p:spPr bwMode="hidden">
            <a:xfrm>
              <a:off x="3651" y="3693"/>
              <a:ext cx="196" cy="111"/>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0" name="Oval 198"/>
            <p:cNvSpPr>
              <a:spLocks noChangeArrowheads="1"/>
            </p:cNvSpPr>
            <p:nvPr/>
          </p:nvSpPr>
          <p:spPr bwMode="hidden">
            <a:xfrm>
              <a:off x="4773" y="3705"/>
              <a:ext cx="201" cy="106"/>
            </a:xfrm>
            <a:prstGeom prst="ellipse">
              <a:avLst/>
            </a:prstGeom>
            <a:gradFill rotWithShape="0">
              <a:gsLst>
                <a:gs pos="0">
                  <a:schemeClr val="bg1"/>
                </a:gs>
                <a:gs pos="100000">
                  <a:schemeClr val="bg1">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1" name="Oval 199"/>
            <p:cNvSpPr>
              <a:spLocks noChangeArrowheads="1"/>
            </p:cNvSpPr>
            <p:nvPr/>
          </p:nvSpPr>
          <p:spPr bwMode="hidden">
            <a:xfrm>
              <a:off x="4491" y="4049"/>
              <a:ext cx="196" cy="105"/>
            </a:xfrm>
            <a:prstGeom prst="ellipse">
              <a:avLst/>
            </a:prstGeom>
            <a:gradFill rotWithShape="0">
              <a:gsLst>
                <a:gs pos="0">
                  <a:schemeClr val="bg1"/>
                </a:gs>
                <a:gs pos="100000">
                  <a:schemeClr val="bg1">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2" name="Oval 200"/>
            <p:cNvSpPr>
              <a:spLocks noChangeArrowheads="1"/>
            </p:cNvSpPr>
            <p:nvPr/>
          </p:nvSpPr>
          <p:spPr bwMode="hidden">
            <a:xfrm>
              <a:off x="3989" y="3396"/>
              <a:ext cx="168" cy="96"/>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3" name="Oval 201"/>
            <p:cNvSpPr>
              <a:spLocks noChangeArrowheads="1"/>
            </p:cNvSpPr>
            <p:nvPr/>
          </p:nvSpPr>
          <p:spPr bwMode="hidden">
            <a:xfrm>
              <a:off x="4263" y="3141"/>
              <a:ext cx="167" cy="95"/>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4" name="Oval 202"/>
            <p:cNvSpPr>
              <a:spLocks noChangeArrowheads="1"/>
            </p:cNvSpPr>
            <p:nvPr/>
          </p:nvSpPr>
          <p:spPr bwMode="hidden">
            <a:xfrm>
              <a:off x="5044" y="3418"/>
              <a:ext cx="167" cy="95"/>
            </a:xfrm>
            <a:prstGeom prst="ellipse">
              <a:avLst/>
            </a:prstGeom>
            <a:gradFill rotWithShape="0">
              <a:gsLst>
                <a:gs pos="0">
                  <a:schemeClr val="bg1"/>
                </a:gs>
                <a:gs pos="100000">
                  <a:schemeClr val="bg1">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5" name="Oval 203"/>
            <p:cNvSpPr>
              <a:spLocks noChangeArrowheads="1"/>
            </p:cNvSpPr>
            <p:nvPr/>
          </p:nvSpPr>
          <p:spPr bwMode="hidden">
            <a:xfrm>
              <a:off x="4553" y="2873"/>
              <a:ext cx="156" cy="83"/>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6" name="Oval 204"/>
            <p:cNvSpPr>
              <a:spLocks noChangeArrowheads="1"/>
            </p:cNvSpPr>
            <p:nvPr/>
          </p:nvSpPr>
          <p:spPr bwMode="hidden">
            <a:xfrm>
              <a:off x="5293" y="3116"/>
              <a:ext cx="168" cy="95"/>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7" name="Oval 205"/>
            <p:cNvSpPr>
              <a:spLocks noChangeArrowheads="1"/>
            </p:cNvSpPr>
            <p:nvPr/>
          </p:nvSpPr>
          <p:spPr bwMode="hidden">
            <a:xfrm>
              <a:off x="5497" y="2879"/>
              <a:ext cx="156" cy="89"/>
            </a:xfrm>
            <a:prstGeom prst="ellipse">
              <a:avLst/>
            </a:prstGeom>
            <a:gradFill rotWithShape="0">
              <a:gsLst>
                <a:gs pos="0">
                  <a:schemeClr val="bg1"/>
                </a:gs>
                <a:gs pos="100000">
                  <a:schemeClr val="bg1">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8" name="Oval 206"/>
            <p:cNvSpPr>
              <a:spLocks noChangeArrowheads="1"/>
            </p:cNvSpPr>
            <p:nvPr/>
          </p:nvSpPr>
          <p:spPr bwMode="hidden">
            <a:xfrm>
              <a:off x="4772" y="2673"/>
              <a:ext cx="156" cy="83"/>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09" name="Oval 207"/>
            <p:cNvSpPr>
              <a:spLocks noChangeArrowheads="1"/>
            </p:cNvSpPr>
            <p:nvPr/>
          </p:nvSpPr>
          <p:spPr bwMode="hidden">
            <a:xfrm>
              <a:off x="4966" y="2488"/>
              <a:ext cx="156" cy="84"/>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0" name="Oval 208"/>
            <p:cNvSpPr>
              <a:spLocks noChangeArrowheads="1"/>
            </p:cNvSpPr>
            <p:nvPr/>
          </p:nvSpPr>
          <p:spPr bwMode="hidden">
            <a:xfrm>
              <a:off x="5444" y="2052"/>
              <a:ext cx="134" cy="73"/>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1" name="Oval 209"/>
            <p:cNvSpPr>
              <a:spLocks noChangeArrowheads="1"/>
            </p:cNvSpPr>
            <p:nvPr/>
          </p:nvSpPr>
          <p:spPr bwMode="hidden">
            <a:xfrm>
              <a:off x="5161" y="2314"/>
              <a:ext cx="140" cy="73"/>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2" name="Oval 210"/>
            <p:cNvSpPr>
              <a:spLocks noChangeArrowheads="1"/>
            </p:cNvSpPr>
            <p:nvPr/>
          </p:nvSpPr>
          <p:spPr bwMode="hidden">
            <a:xfrm>
              <a:off x="5318" y="2176"/>
              <a:ext cx="134" cy="61"/>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3" name="Oval 211"/>
            <p:cNvSpPr>
              <a:spLocks noChangeArrowheads="1"/>
            </p:cNvSpPr>
            <p:nvPr/>
          </p:nvSpPr>
          <p:spPr bwMode="hidden">
            <a:xfrm>
              <a:off x="5581" y="1933"/>
              <a:ext cx="128" cy="61"/>
            </a:xfrm>
            <a:prstGeom prst="ellipse">
              <a:avLst/>
            </a:prstGeom>
            <a:gradFill rotWithShape="0">
              <a:gsLst>
                <a:gs pos="0">
                  <a:schemeClr val="bg1"/>
                </a:gs>
                <a:gs pos="100000">
                  <a:schemeClr val="bg1">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4" name="Oval 212"/>
            <p:cNvSpPr>
              <a:spLocks noChangeArrowheads="1"/>
            </p:cNvSpPr>
            <p:nvPr/>
          </p:nvSpPr>
          <p:spPr bwMode="hidden">
            <a:xfrm>
              <a:off x="5689" y="1811"/>
              <a:ext cx="128" cy="61"/>
            </a:xfrm>
            <a:prstGeom prst="ellipse">
              <a:avLst/>
            </a:prstGeom>
            <a:gradFill rotWithShape="0">
              <a:gsLst>
                <a:gs pos="0">
                  <a:schemeClr val="bg1"/>
                </a:gs>
                <a:gs pos="100000">
                  <a:schemeClr val="bg1">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5" name="Oval 213"/>
            <p:cNvSpPr>
              <a:spLocks noChangeArrowheads="1"/>
            </p:cNvSpPr>
            <p:nvPr/>
          </p:nvSpPr>
          <p:spPr bwMode="hidden">
            <a:xfrm>
              <a:off x="5663" y="2680"/>
              <a:ext cx="156" cy="83"/>
            </a:xfrm>
            <a:prstGeom prst="ellipse">
              <a:avLst/>
            </a:prstGeom>
            <a:gradFill rotWithShape="0">
              <a:gsLst>
                <a:gs pos="0">
                  <a:schemeClr val="bg1"/>
                </a:gs>
                <a:gs pos="100000">
                  <a:schemeClr val="bg1">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6"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7"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8"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219" name="Oval 217"/>
            <p:cNvSpPr>
              <a:spLocks noChangeArrowheads="1"/>
            </p:cNvSpPr>
            <p:nvPr/>
          </p:nvSpPr>
          <p:spPr bwMode="hidden">
            <a:xfrm>
              <a:off x="5624" y="4010"/>
              <a:ext cx="201" cy="106"/>
            </a:xfrm>
            <a:prstGeom prst="ellipse">
              <a:avLst/>
            </a:prstGeom>
            <a:gradFill rotWithShape="0">
              <a:gsLst>
                <a:gs pos="0">
                  <a:schemeClr val="bg1"/>
                </a:gs>
                <a:gs pos="100000">
                  <a:schemeClr val="bg1">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grpSp>
      <p:sp>
        <p:nvSpPr>
          <p:cNvPr id="745690" name="Rectangle 218"/>
          <p:cNvSpPr>
            <a:spLocks noGrp="1" noChangeArrowheads="1"/>
          </p:cNvSpPr>
          <p:nvPr>
            <p:ph type="ctrTitle" sz="quarter"/>
          </p:nvPr>
        </p:nvSpPr>
        <p:spPr>
          <a:xfrm>
            <a:off x="685800" y="1844675"/>
            <a:ext cx="7772400" cy="1736725"/>
          </a:xfrm>
        </p:spPr>
        <p:txBody>
          <a:bodyPr anchor="b" anchorCtr="1"/>
          <a:lstStyle>
            <a:lvl1pPr>
              <a:defRPr sz="5400"/>
            </a:lvl1pPr>
          </a:lstStyle>
          <a:p>
            <a:r>
              <a:rPr lang="en-US" noProof="1"/>
              <a:t>Click to edit Master title style</a:t>
            </a:r>
          </a:p>
        </p:txBody>
      </p:sp>
      <p:sp>
        <p:nvSpPr>
          <p:cNvPr id="745691" name="Rectangle 219"/>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en-US" noProof="1"/>
              <a:t>Click to edit Master subtitle style</a:t>
            </a:r>
          </a:p>
        </p:txBody>
      </p:sp>
      <p:sp>
        <p:nvSpPr>
          <p:cNvPr id="220" name="Rectangle 220"/>
          <p:cNvSpPr>
            <a:spLocks noGrp="1" noChangeArrowheads="1"/>
          </p:cNvSpPr>
          <p:nvPr>
            <p:ph type="dt" sz="quarter" idx="10"/>
          </p:nvPr>
        </p:nvSpPr>
        <p:spPr/>
        <p:txBody>
          <a:bodyPr/>
          <a:lstStyle>
            <a:lvl1pPr>
              <a:defRPr/>
            </a:lvl1pPr>
          </a:lstStyle>
          <a:p>
            <a:pPr>
              <a:defRPr/>
            </a:pPr>
            <a:r>
              <a:rPr lang="en-US"/>
              <a:t>Linux+ Guide to Linux Certification, Second Edition</a:t>
            </a:r>
          </a:p>
        </p:txBody>
      </p:sp>
      <p:sp>
        <p:nvSpPr>
          <p:cNvPr id="221" name="Rectangle 221"/>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prstTxWarp prst="textNoShape">
              <a:avLst/>
            </a:prstTxWarp>
          </a:bodyPr>
          <a:lstStyle>
            <a:lvl1pPr algn="ctr" eaLnBrk="1" hangingPunct="1">
              <a:defRPr sz="1200">
                <a:effectLst>
                  <a:outerShdw blurRad="38100" dist="38100" dir="2700000" algn="tl">
                    <a:srgbClr val="000000"/>
                  </a:outerShdw>
                </a:effectLst>
                <a:latin typeface="Arial" panose="020B0604020202020204" pitchFamily="34" charset="0"/>
              </a:defRPr>
            </a:lvl1pPr>
          </a:lstStyle>
          <a:p>
            <a:pPr>
              <a:defRPr/>
            </a:pPr>
            <a:endParaRPr lang="en-US" altLang="zh-CN"/>
          </a:p>
        </p:txBody>
      </p:sp>
      <p:sp>
        <p:nvSpPr>
          <p:cNvPr id="222" name="Rectangle 222"/>
          <p:cNvSpPr>
            <a:spLocks noGrp="1" noChangeArrowheads="1"/>
          </p:cNvSpPr>
          <p:nvPr>
            <p:ph type="sldNum" sz="quarter" idx="12"/>
          </p:nvPr>
        </p:nvSpPr>
        <p:spPr/>
        <p:txBody>
          <a:bodyPr/>
          <a:lstStyle>
            <a:lvl1pPr>
              <a:defRPr/>
            </a:lvl1pPr>
          </a:lstStyle>
          <a:p>
            <a:pPr>
              <a:defRPr/>
            </a:pPr>
            <a:fld id="{42D414A2-F6EA-46DF-A7E2-8A7A3586EF7E}"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smtClean="0"/>
              <a:t>Click to edit Master title style</a:t>
            </a:r>
            <a:endParaRPr lang="en-US" noProof="1"/>
          </a:p>
        </p:txBody>
      </p:sp>
      <p:sp>
        <p:nvSpPr>
          <p:cNvPr id="3" name="Content Placeholder 2"/>
          <p:cNvSpPr>
            <a:spLocks noGrp="1"/>
          </p:cNvSpPr>
          <p:nvPr>
            <p:ph idx="1"/>
          </p:nvPr>
        </p:nvSpPr>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4" name="Rectangle 218"/>
          <p:cNvSpPr>
            <a:spLocks noGrp="1" noChangeArrowheads="1"/>
          </p:cNvSpPr>
          <p:nvPr>
            <p:ph type="sldNum" sz="quarter" idx="10"/>
          </p:nvPr>
        </p:nvSpPr>
        <p:spPr>
          <a:ln/>
        </p:spPr>
        <p:txBody>
          <a:bodyPr/>
          <a:lstStyle>
            <a:lvl1pPr>
              <a:defRPr/>
            </a:lvl1pPr>
          </a:lstStyle>
          <a:p>
            <a:pPr>
              <a:defRPr/>
            </a:pPr>
            <a:fld id="{AAA42B8F-443D-4335-B996-A8A6355E7F15}" type="slidenum">
              <a:rPr lang="en-US" altLang="zh-CN"/>
              <a:pPr>
                <a:defRPr/>
              </a:pPr>
              <a:t>‹#›</a:t>
            </a:fld>
            <a:endParaRPr lang="en-US" altLang="zh-CN"/>
          </a:p>
        </p:txBody>
      </p:sp>
      <p:sp>
        <p:nvSpPr>
          <p:cNvPr id="5"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noProof="1" smtClean="0"/>
              <a:t>Click to edit Master title style</a:t>
            </a:r>
            <a:endParaRPr lang="en-US" noProof="1"/>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noProof="1" smtClean="0"/>
              <a:t>Click to edit Master text styles</a:t>
            </a:r>
          </a:p>
        </p:txBody>
      </p:sp>
      <p:sp>
        <p:nvSpPr>
          <p:cNvPr id="4" name="Rectangle 218"/>
          <p:cNvSpPr>
            <a:spLocks noGrp="1" noChangeArrowheads="1"/>
          </p:cNvSpPr>
          <p:nvPr>
            <p:ph type="sldNum" sz="quarter" idx="10"/>
          </p:nvPr>
        </p:nvSpPr>
        <p:spPr>
          <a:ln/>
        </p:spPr>
        <p:txBody>
          <a:bodyPr/>
          <a:lstStyle>
            <a:lvl1pPr>
              <a:defRPr/>
            </a:lvl1pPr>
          </a:lstStyle>
          <a:p>
            <a:pPr>
              <a:defRPr/>
            </a:pPr>
            <a:fld id="{26392F4E-0FDE-4F5A-B6B8-11A534E6961A}" type="slidenum">
              <a:rPr lang="en-US" altLang="zh-CN"/>
              <a:pPr>
                <a:defRPr/>
              </a:pPr>
              <a:t>‹#›</a:t>
            </a:fld>
            <a:endParaRPr lang="en-US" altLang="zh-CN"/>
          </a:p>
        </p:txBody>
      </p:sp>
      <p:sp>
        <p:nvSpPr>
          <p:cNvPr id="5"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smtClean="0"/>
              <a:t>Click to edit Master title style</a:t>
            </a:r>
            <a:endParaRPr lang="en-US" noProof="1"/>
          </a:p>
        </p:txBody>
      </p:sp>
      <p:sp>
        <p:nvSpPr>
          <p:cNvPr id="3" name="Content Placeholder 2"/>
          <p:cNvSpPr>
            <a:spLocks noGrp="1"/>
          </p:cNvSpPr>
          <p:nvPr>
            <p:ph sz="half" idx="1"/>
          </p:nvPr>
        </p:nvSpPr>
        <p:spPr>
          <a:xfrm>
            <a:off x="457200" y="1600200"/>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4" name="Content Placeholder 3"/>
          <p:cNvSpPr>
            <a:spLocks noGrp="1"/>
          </p:cNvSpPr>
          <p:nvPr>
            <p:ph sz="half" idx="2"/>
          </p:nvPr>
        </p:nvSpPr>
        <p:spPr>
          <a:xfrm>
            <a:off x="4648200" y="1600200"/>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5" name="Rectangle 218"/>
          <p:cNvSpPr>
            <a:spLocks noGrp="1" noChangeArrowheads="1"/>
          </p:cNvSpPr>
          <p:nvPr>
            <p:ph type="sldNum" sz="quarter" idx="10"/>
          </p:nvPr>
        </p:nvSpPr>
        <p:spPr>
          <a:ln/>
        </p:spPr>
        <p:txBody>
          <a:bodyPr/>
          <a:lstStyle>
            <a:lvl1pPr>
              <a:defRPr/>
            </a:lvl1pPr>
          </a:lstStyle>
          <a:p>
            <a:pPr>
              <a:defRPr/>
            </a:pPr>
            <a:fld id="{5442D08E-E01B-4EA1-9906-37229C15C8A7}" type="slidenum">
              <a:rPr lang="en-US" altLang="zh-CN"/>
              <a:pPr>
                <a:defRPr/>
              </a:pPr>
              <a:t>‹#›</a:t>
            </a:fld>
            <a:endParaRPr lang="en-US" altLang="zh-CN"/>
          </a:p>
        </p:txBody>
      </p:sp>
      <p:sp>
        <p:nvSpPr>
          <p:cNvPr id="6"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noProof="1" smtClean="0"/>
              <a:t>Click to edit Master title style</a:t>
            </a:r>
            <a:endParaRPr lang="en-US" noProof="1"/>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7" name="Rectangle 218"/>
          <p:cNvSpPr>
            <a:spLocks noGrp="1" noChangeArrowheads="1"/>
          </p:cNvSpPr>
          <p:nvPr>
            <p:ph type="sldNum" sz="quarter" idx="10"/>
          </p:nvPr>
        </p:nvSpPr>
        <p:spPr>
          <a:ln/>
        </p:spPr>
        <p:txBody>
          <a:bodyPr/>
          <a:lstStyle>
            <a:lvl1pPr>
              <a:defRPr/>
            </a:lvl1pPr>
          </a:lstStyle>
          <a:p>
            <a:pPr>
              <a:defRPr/>
            </a:pPr>
            <a:fld id="{D71C4BF0-5D59-4226-8916-A21ADDC7E546}" type="slidenum">
              <a:rPr lang="en-US" altLang="zh-CN"/>
              <a:pPr>
                <a:defRPr/>
              </a:pPr>
              <a:t>‹#›</a:t>
            </a:fld>
            <a:endParaRPr lang="en-US" altLang="zh-CN"/>
          </a:p>
        </p:txBody>
      </p:sp>
      <p:sp>
        <p:nvSpPr>
          <p:cNvPr id="8"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smtClean="0"/>
              <a:t>Click to edit Master title style</a:t>
            </a:r>
            <a:endParaRPr lang="en-US" noProof="1"/>
          </a:p>
        </p:txBody>
      </p:sp>
      <p:sp>
        <p:nvSpPr>
          <p:cNvPr id="3" name="Rectangle 218"/>
          <p:cNvSpPr>
            <a:spLocks noGrp="1" noChangeArrowheads="1"/>
          </p:cNvSpPr>
          <p:nvPr>
            <p:ph type="sldNum" sz="quarter" idx="10"/>
          </p:nvPr>
        </p:nvSpPr>
        <p:spPr>
          <a:ln/>
        </p:spPr>
        <p:txBody>
          <a:bodyPr/>
          <a:lstStyle>
            <a:lvl1pPr>
              <a:defRPr/>
            </a:lvl1pPr>
          </a:lstStyle>
          <a:p>
            <a:pPr>
              <a:defRPr/>
            </a:pPr>
            <a:fld id="{2862E376-D8AD-41FF-89DD-D3D62B170EAD}" type="slidenum">
              <a:rPr lang="en-US" altLang="zh-CN"/>
              <a:pPr>
                <a:defRPr/>
              </a:pPr>
              <a:t>‹#›</a:t>
            </a:fld>
            <a:endParaRPr lang="en-US" altLang="zh-CN"/>
          </a:p>
        </p:txBody>
      </p:sp>
      <p:sp>
        <p:nvSpPr>
          <p:cNvPr id="4"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18"/>
          <p:cNvSpPr>
            <a:spLocks noGrp="1" noChangeArrowheads="1"/>
          </p:cNvSpPr>
          <p:nvPr>
            <p:ph type="sldNum" sz="quarter" idx="10"/>
          </p:nvPr>
        </p:nvSpPr>
        <p:spPr>
          <a:ln/>
        </p:spPr>
        <p:txBody>
          <a:bodyPr/>
          <a:lstStyle>
            <a:lvl1pPr>
              <a:defRPr/>
            </a:lvl1pPr>
          </a:lstStyle>
          <a:p>
            <a:pPr>
              <a:defRPr/>
            </a:pPr>
            <a:fld id="{9A7097B2-B399-4E48-9146-C751A0153031}" type="slidenum">
              <a:rPr lang="en-US" altLang="zh-CN"/>
              <a:pPr>
                <a:defRPr/>
              </a:pPr>
              <a:t>‹#›</a:t>
            </a:fld>
            <a:endParaRPr lang="en-US" altLang="zh-CN"/>
          </a:p>
        </p:txBody>
      </p:sp>
      <p:sp>
        <p:nvSpPr>
          <p:cNvPr id="3"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noProof="1" smtClean="0"/>
              <a:t>Click to edit Master title style</a:t>
            </a:r>
            <a:endParaRPr lang="en-US" noProof="1"/>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smtClean="0"/>
              <a:t>Click to edit Master text styles</a:t>
            </a:r>
          </a:p>
        </p:txBody>
      </p:sp>
      <p:sp>
        <p:nvSpPr>
          <p:cNvPr id="5" name="Rectangle 218"/>
          <p:cNvSpPr>
            <a:spLocks noGrp="1" noChangeArrowheads="1"/>
          </p:cNvSpPr>
          <p:nvPr>
            <p:ph type="sldNum" sz="quarter" idx="10"/>
          </p:nvPr>
        </p:nvSpPr>
        <p:spPr>
          <a:ln/>
        </p:spPr>
        <p:txBody>
          <a:bodyPr/>
          <a:lstStyle>
            <a:lvl1pPr>
              <a:defRPr/>
            </a:lvl1pPr>
          </a:lstStyle>
          <a:p>
            <a:pPr>
              <a:defRPr/>
            </a:pPr>
            <a:fld id="{3236DB89-B8C8-4E11-8F99-53F607178E23}" type="slidenum">
              <a:rPr lang="en-US" altLang="zh-CN"/>
              <a:pPr>
                <a:defRPr/>
              </a:pPr>
              <a:t>‹#›</a:t>
            </a:fld>
            <a:endParaRPr lang="en-US" altLang="zh-CN"/>
          </a:p>
        </p:txBody>
      </p:sp>
      <p:sp>
        <p:nvSpPr>
          <p:cNvPr id="6"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noProof="1" smtClean="0"/>
              <a:t>Click to edit Master title style</a:t>
            </a:r>
            <a:endParaRPr lang="en-US" noProof="1"/>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smtClean="0"/>
              <a:t>Click to edit Master text styles</a:t>
            </a:r>
          </a:p>
        </p:txBody>
      </p:sp>
      <p:sp>
        <p:nvSpPr>
          <p:cNvPr id="5" name="Rectangle 218"/>
          <p:cNvSpPr>
            <a:spLocks noGrp="1" noChangeArrowheads="1"/>
          </p:cNvSpPr>
          <p:nvPr>
            <p:ph type="sldNum" sz="quarter" idx="10"/>
          </p:nvPr>
        </p:nvSpPr>
        <p:spPr>
          <a:ln/>
        </p:spPr>
        <p:txBody>
          <a:bodyPr/>
          <a:lstStyle>
            <a:lvl1pPr>
              <a:defRPr/>
            </a:lvl1pPr>
          </a:lstStyle>
          <a:p>
            <a:pPr>
              <a:defRPr/>
            </a:pPr>
            <a:fld id="{B32DF23F-1B2F-456C-A697-A601E182211B}" type="slidenum">
              <a:rPr lang="en-US" altLang="zh-CN"/>
              <a:pPr>
                <a:defRPr/>
              </a:pPr>
              <a:t>‹#›</a:t>
            </a:fld>
            <a:endParaRPr lang="en-US" altLang="zh-CN"/>
          </a:p>
        </p:txBody>
      </p:sp>
      <p:sp>
        <p:nvSpPr>
          <p:cNvPr id="6"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smtClean="0"/>
              <a:t>Click to edit Master title style</a:t>
            </a:r>
            <a:endParaRPr lang="en-US" noProof="1"/>
          </a:p>
        </p:txBody>
      </p:sp>
      <p:sp>
        <p:nvSpPr>
          <p:cNvPr id="3" name="Vertical Text Placeholder 2"/>
          <p:cNvSpPr>
            <a:spLocks noGrp="1"/>
          </p:cNvSpPr>
          <p:nvPr>
            <p:ph type="body" orient="vert" idx="1"/>
          </p:nvPr>
        </p:nvSpPr>
        <p:spPr/>
        <p:txBody>
          <a:bodyPr vert="eaVert"/>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4" name="Rectangle 218"/>
          <p:cNvSpPr>
            <a:spLocks noGrp="1" noChangeArrowheads="1"/>
          </p:cNvSpPr>
          <p:nvPr>
            <p:ph type="sldNum" sz="quarter" idx="10"/>
          </p:nvPr>
        </p:nvSpPr>
        <p:spPr>
          <a:ln/>
        </p:spPr>
        <p:txBody>
          <a:bodyPr/>
          <a:lstStyle>
            <a:lvl1pPr>
              <a:defRPr/>
            </a:lvl1pPr>
          </a:lstStyle>
          <a:p>
            <a:pPr>
              <a:defRPr/>
            </a:pPr>
            <a:fld id="{CE2732A3-3600-4725-8B70-BD5D57C3DA2A}" type="slidenum">
              <a:rPr lang="en-US" altLang="zh-CN"/>
              <a:pPr>
                <a:defRPr/>
              </a:pPr>
              <a:t>‹#›</a:t>
            </a:fld>
            <a:endParaRPr lang="en-US" altLang="zh-CN"/>
          </a:p>
        </p:txBody>
      </p:sp>
      <p:sp>
        <p:nvSpPr>
          <p:cNvPr id="5"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9462"/>
          </a:xfrm>
        </p:spPr>
        <p:txBody>
          <a:bodyPr vert="eaVert"/>
          <a:lstStyle/>
          <a:p>
            <a:r>
              <a:rPr lang="en-US" noProof="1" smtClean="0"/>
              <a:t>Click to edit Master title style</a:t>
            </a:r>
            <a:endParaRPr lang="en-US" noProof="1"/>
          </a:p>
        </p:txBody>
      </p:sp>
      <p:sp>
        <p:nvSpPr>
          <p:cNvPr id="3" name="Vertical Text Placeholder 2"/>
          <p:cNvSpPr>
            <a:spLocks noGrp="1"/>
          </p:cNvSpPr>
          <p:nvPr>
            <p:ph type="body" orient="vert" idx="1"/>
          </p:nvPr>
        </p:nvSpPr>
        <p:spPr>
          <a:xfrm>
            <a:off x="457200" y="274638"/>
            <a:ext cx="6019800" cy="5859462"/>
          </a:xfrm>
        </p:spPr>
        <p:txBody>
          <a:bodyPr vert="eaVert"/>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4" name="Rectangle 218"/>
          <p:cNvSpPr>
            <a:spLocks noGrp="1" noChangeArrowheads="1"/>
          </p:cNvSpPr>
          <p:nvPr>
            <p:ph type="sldNum" sz="quarter" idx="10"/>
          </p:nvPr>
        </p:nvSpPr>
        <p:spPr>
          <a:ln/>
        </p:spPr>
        <p:txBody>
          <a:bodyPr/>
          <a:lstStyle>
            <a:lvl1pPr>
              <a:defRPr/>
            </a:lvl1pPr>
          </a:lstStyle>
          <a:p>
            <a:pPr>
              <a:defRPr/>
            </a:pPr>
            <a:fld id="{EA0E05BB-8767-48C2-8CE7-08D753DDAD10}" type="slidenum">
              <a:rPr lang="en-US" altLang="zh-CN"/>
              <a:pPr>
                <a:defRPr/>
              </a:pPr>
              <a:t>‹#›</a:t>
            </a:fld>
            <a:endParaRPr lang="en-US" altLang="zh-CN"/>
          </a:p>
        </p:txBody>
      </p:sp>
      <p:sp>
        <p:nvSpPr>
          <p:cNvPr id="5" name="Rectangle 219"/>
          <p:cNvSpPr>
            <a:spLocks noGrp="1" noChangeArrowheads="1"/>
          </p:cNvSpPr>
          <p:nvPr>
            <p:ph type="dt" sz="half" idx="11"/>
          </p:nvPr>
        </p:nvSpPr>
        <p:spPr>
          <a:ln/>
        </p:spPr>
        <p:txBody>
          <a:bodyPr/>
          <a:lstStyle>
            <a:lvl1pPr>
              <a:defRPr/>
            </a:lvl1pPr>
          </a:lstStyle>
          <a:p>
            <a:pPr>
              <a:defRPr/>
            </a:pPr>
            <a:r>
              <a:rPr lang="en-US"/>
              <a:t>Linux+ Guide to Linux Certification, Second Edition</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chemeClr val="bg1"/>
            </a:gs>
            <a:gs pos="100000">
              <a:srgbClr val="2F2F47"/>
            </a:gs>
          </a:gsLst>
          <a:lin ang="27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496888" y="1308100"/>
            <a:ext cx="10429876" cy="5908675"/>
            <a:chOff x="-313" y="824"/>
            <a:chExt cx="6570" cy="3722"/>
          </a:xfrm>
        </p:grpSpPr>
        <p:sp>
          <p:nvSpPr>
            <p:cNvPr id="1031" name="Rectangle 3"/>
            <p:cNvSpPr>
              <a:spLocks noChangeArrowheads="1"/>
            </p:cNvSpPr>
            <p:nvPr userDrawn="1"/>
          </p:nvSpPr>
          <p:spPr bwMode="auto">
            <a:xfrm rot="20798144" flipV="1">
              <a:off x="-14" y="1033"/>
              <a:ext cx="1744" cy="6"/>
            </a:xfrm>
            <a:prstGeom prst="rect">
              <a:avLst/>
            </a:prstGeom>
            <a:gradFill rotWithShape="0">
              <a:gsLst>
                <a:gs pos="0">
                  <a:srgbClr val="5D5D8B"/>
                </a:gs>
                <a:gs pos="100000">
                  <a:schemeClr val="bg1"/>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2" name="Rectangle 4"/>
            <p:cNvSpPr>
              <a:spLocks noChangeArrowheads="1"/>
            </p:cNvSpPr>
            <p:nvPr userDrawn="1"/>
          </p:nvSpPr>
          <p:spPr bwMode="auto">
            <a:xfrm rot="20774366" flipV="1">
              <a:off x="-24" y="1127"/>
              <a:ext cx="2033" cy="6"/>
            </a:xfrm>
            <a:prstGeom prst="rect">
              <a:avLst/>
            </a:prstGeom>
            <a:gradFill rotWithShape="0">
              <a:gsLst>
                <a:gs pos="0">
                  <a:srgbClr val="5D5D8B"/>
                </a:gs>
                <a:gs pos="100000">
                  <a:schemeClr val="bg1"/>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3" name="Rectangle 5"/>
            <p:cNvSpPr>
              <a:spLocks noChangeArrowheads="1"/>
            </p:cNvSpPr>
            <p:nvPr userDrawn="1"/>
          </p:nvSpPr>
          <p:spPr bwMode="auto">
            <a:xfrm rot="20757421" flipV="1">
              <a:off x="-27" y="1198"/>
              <a:ext cx="2246" cy="6"/>
            </a:xfrm>
            <a:prstGeom prst="rect">
              <a:avLst/>
            </a:prstGeom>
            <a:gradFill rotWithShape="0">
              <a:gsLst>
                <a:gs pos="0">
                  <a:srgbClr val="5D5D8B"/>
                </a:gs>
                <a:gs pos="100000">
                  <a:schemeClr val="bg1"/>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4" name="Rectangle 6"/>
            <p:cNvSpPr>
              <a:spLocks noChangeArrowheads="1"/>
            </p:cNvSpPr>
            <p:nvPr userDrawn="1"/>
          </p:nvSpPr>
          <p:spPr bwMode="auto">
            <a:xfrm rot="20684206" flipV="1">
              <a:off x="-43" y="1283"/>
              <a:ext cx="2476" cy="6"/>
            </a:xfrm>
            <a:prstGeom prst="rect">
              <a:avLst/>
            </a:prstGeom>
            <a:gradFill rotWithShape="0">
              <a:gsLst>
                <a:gs pos="0">
                  <a:srgbClr val="5D5D8B"/>
                </a:gs>
                <a:gs pos="100000">
                  <a:schemeClr val="bg1"/>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5" name="Rectangle 7"/>
            <p:cNvSpPr>
              <a:spLocks noChangeArrowheads="1"/>
            </p:cNvSpPr>
            <p:nvPr userDrawn="1"/>
          </p:nvSpPr>
          <p:spPr bwMode="auto">
            <a:xfrm rot="20631226" flipV="1">
              <a:off x="-51" y="1397"/>
              <a:ext cx="2770" cy="6"/>
            </a:xfrm>
            <a:prstGeom prst="rect">
              <a:avLst/>
            </a:prstGeom>
            <a:gradFill rotWithShape="0">
              <a:gsLst>
                <a:gs pos="0">
                  <a:srgbClr val="5D5D8B"/>
                </a:gs>
                <a:gs pos="100000">
                  <a:schemeClr val="bg1"/>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6" name="Rectangle 8"/>
            <p:cNvSpPr>
              <a:spLocks noChangeArrowheads="1"/>
            </p:cNvSpPr>
            <p:nvPr userDrawn="1"/>
          </p:nvSpPr>
          <p:spPr bwMode="auto">
            <a:xfrm rot="20554235" flipV="1">
              <a:off x="-65" y="1523"/>
              <a:ext cx="3058" cy="6"/>
            </a:xfrm>
            <a:prstGeom prst="rect">
              <a:avLst/>
            </a:prstGeom>
            <a:gradFill rotWithShape="0">
              <a:gsLst>
                <a:gs pos="0">
                  <a:srgbClr val="5D5D8B"/>
                </a:gs>
                <a:gs pos="100000">
                  <a:schemeClr val="bg1"/>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7" name="Rectangle 9"/>
            <p:cNvSpPr>
              <a:spLocks noChangeArrowheads="1"/>
            </p:cNvSpPr>
            <p:nvPr userDrawn="1"/>
          </p:nvSpPr>
          <p:spPr bwMode="auto">
            <a:xfrm rot="20466593" flipV="1">
              <a:off x="-93" y="1694"/>
              <a:ext cx="3403" cy="6"/>
            </a:xfrm>
            <a:prstGeom prst="rect">
              <a:avLst/>
            </a:prstGeom>
            <a:gradFill rotWithShape="0">
              <a:gsLst>
                <a:gs pos="0">
                  <a:srgbClr val="5D5D8B"/>
                </a:gs>
                <a:gs pos="100000">
                  <a:schemeClr val="bg1"/>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8" name="Rectangle 10"/>
            <p:cNvSpPr>
              <a:spLocks noChangeArrowheads="1"/>
            </p:cNvSpPr>
            <p:nvPr userDrawn="1"/>
          </p:nvSpPr>
          <p:spPr bwMode="auto">
            <a:xfrm rot="20343219" flipV="1">
              <a:off x="-99" y="1863"/>
              <a:ext cx="3749" cy="6"/>
            </a:xfrm>
            <a:prstGeom prst="rect">
              <a:avLst/>
            </a:prstGeom>
            <a:gradFill rotWithShape="0">
              <a:gsLst>
                <a:gs pos="0">
                  <a:schemeClr val="bg1"/>
                </a:gs>
                <a:gs pos="100000">
                  <a:srgbClr val="565682"/>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39" name="Rectangle 11"/>
            <p:cNvSpPr>
              <a:spLocks noChangeArrowheads="1"/>
            </p:cNvSpPr>
            <p:nvPr userDrawn="1"/>
          </p:nvSpPr>
          <p:spPr bwMode="auto">
            <a:xfrm rot="20211065" flipV="1">
              <a:off x="-165" y="2053"/>
              <a:ext cx="4209" cy="6"/>
            </a:xfrm>
            <a:prstGeom prst="rect">
              <a:avLst/>
            </a:prstGeom>
            <a:gradFill rotWithShape="0">
              <a:gsLst>
                <a:gs pos="0">
                  <a:schemeClr val="bg1"/>
                </a:gs>
                <a:gs pos="100000">
                  <a:srgbClr val="4D4D74"/>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40" name="Rectangle 12"/>
            <p:cNvSpPr>
              <a:spLocks noChangeArrowheads="1"/>
            </p:cNvSpPr>
            <p:nvPr userDrawn="1"/>
          </p:nvSpPr>
          <p:spPr bwMode="auto">
            <a:xfrm rot="20102912" flipV="1">
              <a:off x="-214" y="2289"/>
              <a:ext cx="4612" cy="6"/>
            </a:xfrm>
            <a:prstGeom prst="rect">
              <a:avLst/>
            </a:prstGeom>
            <a:gradFill rotWithShape="0">
              <a:gsLst>
                <a:gs pos="0">
                  <a:schemeClr val="bg1"/>
                </a:gs>
                <a:gs pos="100000">
                  <a:srgbClr val="47476B"/>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41" name="Rectangle 13"/>
            <p:cNvSpPr>
              <a:spLocks noChangeArrowheads="1"/>
            </p:cNvSpPr>
            <p:nvPr userDrawn="1"/>
          </p:nvSpPr>
          <p:spPr bwMode="auto">
            <a:xfrm rot="19923405" flipV="1">
              <a:off x="-313" y="2617"/>
              <a:ext cx="5200" cy="6"/>
            </a:xfrm>
            <a:prstGeom prst="rect">
              <a:avLst/>
            </a:prstGeom>
            <a:gradFill rotWithShape="0">
              <a:gsLst>
                <a:gs pos="0">
                  <a:schemeClr val="bg1"/>
                </a:gs>
                <a:gs pos="100000">
                  <a:srgbClr val="3E3E5D"/>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42" name="Rectangle 14"/>
            <p:cNvSpPr>
              <a:spLocks noChangeArrowheads="1"/>
            </p:cNvSpPr>
            <p:nvPr userDrawn="1"/>
          </p:nvSpPr>
          <p:spPr bwMode="auto">
            <a:xfrm rot="19686284" flipV="1">
              <a:off x="9" y="2881"/>
              <a:ext cx="5401" cy="6"/>
            </a:xfrm>
            <a:prstGeom prst="rect">
              <a:avLst/>
            </a:prstGeom>
            <a:gradFill rotWithShape="0">
              <a:gsLst>
                <a:gs pos="0">
                  <a:schemeClr val="bg1"/>
                </a:gs>
                <a:gs pos="100000">
                  <a:srgbClr val="2F2F47"/>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43" name="Rectangle 15"/>
            <p:cNvSpPr>
              <a:spLocks noChangeArrowheads="1"/>
            </p:cNvSpPr>
            <p:nvPr userDrawn="1"/>
          </p:nvSpPr>
          <p:spPr bwMode="auto">
            <a:xfrm rot="19383534" flipV="1">
              <a:off x="1319" y="2928"/>
              <a:ext cx="4612" cy="6"/>
            </a:xfrm>
            <a:prstGeom prst="rect">
              <a:avLst/>
            </a:prstGeom>
            <a:gradFill rotWithShape="0">
              <a:gsLst>
                <a:gs pos="0">
                  <a:schemeClr val="bg1"/>
                </a:gs>
                <a:gs pos="100000">
                  <a:srgbClr val="1F1F2E"/>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44" name="Rectangle 16"/>
            <p:cNvSpPr>
              <a:spLocks noChangeArrowheads="1"/>
            </p:cNvSpPr>
            <p:nvPr userDrawn="1"/>
          </p:nvSpPr>
          <p:spPr bwMode="auto">
            <a:xfrm rot="18994182" flipV="1">
              <a:off x="2681" y="3071"/>
              <a:ext cx="3576" cy="6"/>
            </a:xfrm>
            <a:prstGeom prst="rect">
              <a:avLst/>
            </a:prstGeom>
            <a:gradFill rotWithShape="0">
              <a:gsLst>
                <a:gs pos="0">
                  <a:schemeClr val="bg1"/>
                </a:gs>
                <a:gs pos="100000">
                  <a:srgbClr val="030305"/>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45" name="Rectangle 17"/>
            <p:cNvSpPr>
              <a:spLocks noChangeArrowheads="1"/>
            </p:cNvSpPr>
            <p:nvPr userDrawn="1"/>
          </p:nvSpPr>
          <p:spPr bwMode="auto">
            <a:xfrm rot="18603245" flipV="1">
              <a:off x="4053" y="3501"/>
              <a:ext cx="2079" cy="6"/>
            </a:xfrm>
            <a:prstGeom prst="rect">
              <a:avLst/>
            </a:prstGeom>
            <a:gradFill rotWithShape="0">
              <a:gsLst>
                <a:gs pos="0">
                  <a:schemeClr val="bg1"/>
                </a:gs>
                <a:gs pos="100000">
                  <a:srgbClr val="000000"/>
                </a:gs>
              </a:gsLst>
              <a:lin ang="2700000" scaled="1"/>
            </a:gradFill>
            <a:ln>
              <a:noFill/>
            </a:ln>
            <a:extLst/>
          </p:spPr>
          <p:txBody>
            <a:bodyPr rot="10800000" vert="eaVert"/>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46" name="Rectangle 18"/>
            <p:cNvSpPr>
              <a:spLocks noChangeArrowheads="1"/>
            </p:cNvSpPr>
            <p:nvPr userDrawn="1"/>
          </p:nvSpPr>
          <p:spPr bwMode="auto">
            <a:xfrm rot="-3208425" flipH="1" flipV="1">
              <a:off x="5368" y="4165"/>
              <a:ext cx="501" cy="6"/>
            </a:xfrm>
            <a:prstGeom prst="rect">
              <a:avLst/>
            </a:prstGeom>
            <a:gradFill rotWithShape="0">
              <a:gsLst>
                <a:gs pos="0">
                  <a:schemeClr val="bg1"/>
                </a:gs>
                <a:gs pos="100000">
                  <a:srgbClr val="000000"/>
                </a:gs>
              </a:gsLst>
              <a:lin ang="2700000" scaled="1"/>
            </a:gradFill>
            <a:ln>
              <a:noFill/>
            </a:ln>
            <a:extLst/>
          </p:spPr>
          <p:txBody>
            <a:bodyPr rot="10800000" vert="eaVert"/>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744467" name="Rectangle 19"/>
            <p:cNvSpPr>
              <a:spLocks noChangeArrowheads="1"/>
            </p:cNvSpPr>
            <p:nvPr/>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68" name="Rectangle 20"/>
            <p:cNvSpPr>
              <a:spLocks noChangeArrowheads="1"/>
            </p:cNvSpPr>
            <p:nvPr/>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69" name="Rectangle 21"/>
            <p:cNvSpPr>
              <a:spLocks noChangeArrowheads="1"/>
            </p:cNvSpPr>
            <p:nvPr/>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70" name="Rectangle 22"/>
            <p:cNvSpPr>
              <a:spLocks noChangeArrowheads="1"/>
            </p:cNvSpPr>
            <p:nvPr/>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71" name="Rectangle 23"/>
            <p:cNvSpPr>
              <a:spLocks noChangeArrowheads="1"/>
            </p:cNvSpPr>
            <p:nvPr/>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72" name="Rectangle 24"/>
            <p:cNvSpPr>
              <a:spLocks noChangeArrowheads="1"/>
            </p:cNvSpPr>
            <p:nvPr/>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1053" name="Rectangle 25"/>
            <p:cNvSpPr>
              <a:spLocks noChangeArrowheads="1"/>
            </p:cNvSpPr>
            <p:nvPr userDrawn="1"/>
          </p:nvSpPr>
          <p:spPr bwMode="auto">
            <a:xfrm rot="930109" flipV="1">
              <a:off x="80" y="1946"/>
              <a:ext cx="5756" cy="6"/>
            </a:xfrm>
            <a:prstGeom prst="rect">
              <a:avLst/>
            </a:prstGeom>
            <a:gradFill rotWithShape="0">
              <a:gsLst>
                <a:gs pos="0">
                  <a:schemeClr val="bg1"/>
                </a:gs>
                <a:gs pos="100000">
                  <a:srgbClr val="3E3E5D"/>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744474" name="Rectangle 26"/>
            <p:cNvSpPr>
              <a:spLocks noChangeArrowheads="1"/>
            </p:cNvSpPr>
            <p:nvPr/>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75" name="Rectangle 27"/>
            <p:cNvSpPr>
              <a:spLocks noChangeArrowheads="1"/>
            </p:cNvSpPr>
            <p:nvPr/>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76" name="Rectangle 28"/>
            <p:cNvSpPr>
              <a:spLocks noChangeArrowheads="1"/>
            </p:cNvSpPr>
            <p:nvPr/>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744477" name="Rectangle 29"/>
            <p:cNvSpPr>
              <a:spLocks noChangeArrowheads="1"/>
            </p:cNvSpPr>
            <p:nvPr/>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w="9525">
              <a:noFill/>
              <a:miter lim="800000"/>
            </a:ln>
            <a:effectLst/>
          </p:spPr>
          <p:txBody>
            <a:bodyPr/>
            <a:lstStyle/>
            <a:p>
              <a:pPr algn="ctr" eaLnBrk="1" hangingPunct="1">
                <a:defRPr/>
              </a:pPr>
              <a:endParaRPr lang="en-US" altLang="zh-CN">
                <a:effectLst>
                  <a:outerShdw blurRad="38100" dist="38100" dir="2700000" algn="tl">
                    <a:srgbClr val="000000"/>
                  </a:outerShdw>
                </a:effectLst>
                <a:latin typeface="Arial" panose="020B0604020202020204" pitchFamily="34" charset="0"/>
              </a:endParaRPr>
            </a:p>
          </p:txBody>
        </p:sp>
        <p:sp>
          <p:nvSpPr>
            <p:cNvPr id="1058" name="Rectangle 30"/>
            <p:cNvSpPr>
              <a:spLocks noChangeArrowheads="1"/>
            </p:cNvSpPr>
            <p:nvPr userDrawn="1"/>
          </p:nvSpPr>
          <p:spPr bwMode="auto">
            <a:xfrm rot="655690" flipV="1">
              <a:off x="1487" y="1305"/>
              <a:ext cx="4314" cy="6"/>
            </a:xfrm>
            <a:prstGeom prst="rect">
              <a:avLst/>
            </a:prstGeom>
            <a:gradFill rotWithShape="0">
              <a:gsLst>
                <a:gs pos="0">
                  <a:schemeClr val="bg1"/>
                </a:gs>
                <a:gs pos="100000">
                  <a:srgbClr val="444466"/>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59" name="Rectangle 31"/>
            <p:cNvSpPr>
              <a:spLocks noChangeArrowheads="1"/>
            </p:cNvSpPr>
            <p:nvPr userDrawn="1"/>
          </p:nvSpPr>
          <p:spPr bwMode="auto">
            <a:xfrm rot="636921" flipV="1">
              <a:off x="1650" y="1218"/>
              <a:ext cx="4154" cy="6"/>
            </a:xfrm>
            <a:prstGeom prst="rect">
              <a:avLst/>
            </a:prstGeom>
            <a:gradFill rotWithShape="0">
              <a:gsLst>
                <a:gs pos="0">
                  <a:schemeClr val="bg1"/>
                </a:gs>
                <a:gs pos="100000">
                  <a:srgbClr val="444466"/>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60" name="Rectangle 32"/>
            <p:cNvSpPr>
              <a:spLocks noChangeArrowheads="1"/>
            </p:cNvSpPr>
            <p:nvPr userDrawn="1"/>
          </p:nvSpPr>
          <p:spPr bwMode="auto">
            <a:xfrm rot="803987" flipV="1">
              <a:off x="611" y="1684"/>
              <a:ext cx="5204" cy="6"/>
            </a:xfrm>
            <a:prstGeom prst="rect">
              <a:avLst/>
            </a:prstGeom>
            <a:gradFill rotWithShape="0">
              <a:gsLst>
                <a:gs pos="0">
                  <a:schemeClr val="bg1"/>
                </a:gs>
                <a:gs pos="100000">
                  <a:srgbClr val="3E3E5D"/>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61" name="Rectangle 33"/>
            <p:cNvSpPr>
              <a:spLocks noChangeArrowheads="1"/>
            </p:cNvSpPr>
            <p:nvPr userDrawn="1"/>
          </p:nvSpPr>
          <p:spPr bwMode="auto">
            <a:xfrm rot="1273217" flipV="1">
              <a:off x="-204" y="2976"/>
              <a:ext cx="6150" cy="6"/>
            </a:xfrm>
            <a:prstGeom prst="rect">
              <a:avLst/>
            </a:prstGeom>
            <a:gradFill rotWithShape="0">
              <a:gsLst>
                <a:gs pos="0">
                  <a:schemeClr val="bg1"/>
                </a:gs>
                <a:gs pos="100000">
                  <a:srgbClr val="383853"/>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1062" name="Rectangle 34"/>
            <p:cNvSpPr>
              <a:spLocks noChangeArrowheads="1"/>
            </p:cNvSpPr>
            <p:nvPr userDrawn="1"/>
          </p:nvSpPr>
          <p:spPr bwMode="auto">
            <a:xfrm rot="1169729" flipV="1">
              <a:off x="-174" y="2663"/>
              <a:ext cx="6104" cy="6"/>
            </a:xfrm>
            <a:prstGeom prst="rect">
              <a:avLst/>
            </a:prstGeom>
            <a:gradFill rotWithShape="0">
              <a:gsLst>
                <a:gs pos="0">
                  <a:schemeClr val="bg1"/>
                </a:gs>
                <a:gs pos="100000">
                  <a:srgbClr val="34344F"/>
                </a:gs>
              </a:gsLst>
              <a:lin ang="2700000" scaled="1"/>
            </a:gradFill>
            <a:ln>
              <a:noFill/>
            </a:ln>
            <a:extLst/>
          </p:spPr>
          <p:txBody>
            <a:bodyPr rot="10800000"/>
            <a:lstStyle/>
            <a:p>
              <a:pPr algn="ctr" eaLnBrk="1" hangingPunct="1">
                <a:defRPr/>
              </a:pPr>
              <a:endParaRPr noProof="1">
                <a:effectLst>
                  <a:outerShdw blurRad="38100" dist="38100" dir="2700000">
                    <a:srgbClr val="C0C0C0"/>
                  </a:outerShdw>
                </a:effectLst>
                <a:latin typeface="Arial" panose="020B0604020202020204" pitchFamily="34" charset="0"/>
              </a:endParaRPr>
            </a:p>
          </p:txBody>
        </p:sp>
        <p:sp>
          <p:nvSpPr>
            <p:cNvPr id="744483"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84"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85"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86"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87"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88"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89"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0"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1"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2"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3"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4"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5"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6"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7"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8"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499"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0"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1"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2"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3"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4"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5"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6"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7"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8"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09"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0"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1"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2"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3"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4"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5"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6"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7"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8"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19"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0"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1"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2"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3"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4"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5"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6"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7"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8"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29"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0"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1"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2"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3"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4"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5"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6"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7"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8"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39"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0"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1"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2"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3"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4"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5"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6"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7"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8"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49"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0"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1"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2"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3"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4"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5"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6"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7"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8"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59"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0"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1"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2"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3"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4"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5"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6"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7"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8"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69"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0"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1"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2"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3"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4"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5"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6"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7"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8"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79"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0"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1"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2"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3"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4"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5"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6"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7"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8"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89"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0"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1"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2"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3"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4"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5"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6"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7"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8"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599"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0"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1"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2"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3"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4"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5"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6"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7"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8"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09"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0"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1"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2"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3"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4"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5"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6"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7"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8"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19"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0"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1"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2"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3"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4"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5"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6"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7"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8"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29"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0"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1"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2"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3"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4"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5"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6"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7"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8"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39"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0"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1"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2"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3"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4" name="Oval 196"/>
            <p:cNvSpPr>
              <a:spLocks noChangeArrowheads="1"/>
            </p:cNvSpPr>
            <p:nvPr/>
          </p:nvSpPr>
          <p:spPr bwMode="hidden">
            <a:xfrm>
              <a:off x="3255" y="4071"/>
              <a:ext cx="196" cy="106"/>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5" name="Oval 197"/>
            <p:cNvSpPr>
              <a:spLocks noChangeArrowheads="1"/>
            </p:cNvSpPr>
            <p:nvPr/>
          </p:nvSpPr>
          <p:spPr bwMode="hidden">
            <a:xfrm>
              <a:off x="3651" y="3693"/>
              <a:ext cx="196" cy="111"/>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6" name="Oval 198"/>
            <p:cNvSpPr>
              <a:spLocks noChangeArrowheads="1"/>
            </p:cNvSpPr>
            <p:nvPr/>
          </p:nvSpPr>
          <p:spPr bwMode="hidden">
            <a:xfrm>
              <a:off x="4773" y="3705"/>
              <a:ext cx="201" cy="106"/>
            </a:xfrm>
            <a:prstGeom prst="ellipse">
              <a:avLst/>
            </a:prstGeom>
            <a:gradFill rotWithShape="0">
              <a:gsLst>
                <a:gs pos="0">
                  <a:schemeClr val="accent2"/>
                </a:gs>
                <a:gs pos="100000">
                  <a:schemeClr val="accent2">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7" name="Oval 199"/>
            <p:cNvSpPr>
              <a:spLocks noChangeArrowheads="1"/>
            </p:cNvSpPr>
            <p:nvPr/>
          </p:nvSpPr>
          <p:spPr bwMode="hidden">
            <a:xfrm>
              <a:off x="4491" y="4049"/>
              <a:ext cx="196" cy="105"/>
            </a:xfrm>
            <a:prstGeom prst="ellipse">
              <a:avLst/>
            </a:prstGeom>
            <a:gradFill rotWithShape="0">
              <a:gsLst>
                <a:gs pos="0">
                  <a:schemeClr val="accent2"/>
                </a:gs>
                <a:gs pos="100000">
                  <a:schemeClr val="accent2">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8" name="Oval 200"/>
            <p:cNvSpPr>
              <a:spLocks noChangeArrowheads="1"/>
            </p:cNvSpPr>
            <p:nvPr/>
          </p:nvSpPr>
          <p:spPr bwMode="hidden">
            <a:xfrm>
              <a:off x="3989" y="3396"/>
              <a:ext cx="168" cy="96"/>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49" name="Oval 201"/>
            <p:cNvSpPr>
              <a:spLocks noChangeArrowheads="1"/>
            </p:cNvSpPr>
            <p:nvPr/>
          </p:nvSpPr>
          <p:spPr bwMode="hidden">
            <a:xfrm>
              <a:off x="4263" y="3141"/>
              <a:ext cx="167" cy="95"/>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0" name="Oval 202"/>
            <p:cNvSpPr>
              <a:spLocks noChangeArrowheads="1"/>
            </p:cNvSpPr>
            <p:nvPr/>
          </p:nvSpPr>
          <p:spPr bwMode="hidden">
            <a:xfrm>
              <a:off x="5044" y="3418"/>
              <a:ext cx="167" cy="95"/>
            </a:xfrm>
            <a:prstGeom prst="ellipse">
              <a:avLst/>
            </a:prstGeom>
            <a:gradFill rotWithShape="0">
              <a:gsLst>
                <a:gs pos="0">
                  <a:schemeClr val="accent2"/>
                </a:gs>
                <a:gs pos="100000">
                  <a:schemeClr val="accent2">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1" name="Oval 203"/>
            <p:cNvSpPr>
              <a:spLocks noChangeArrowheads="1"/>
            </p:cNvSpPr>
            <p:nvPr/>
          </p:nvSpPr>
          <p:spPr bwMode="hidden">
            <a:xfrm>
              <a:off x="4553" y="2873"/>
              <a:ext cx="156" cy="83"/>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2" name="Oval 204"/>
            <p:cNvSpPr>
              <a:spLocks noChangeArrowheads="1"/>
            </p:cNvSpPr>
            <p:nvPr/>
          </p:nvSpPr>
          <p:spPr bwMode="hidden">
            <a:xfrm>
              <a:off x="5293" y="3116"/>
              <a:ext cx="168" cy="95"/>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3" name="Oval 205"/>
            <p:cNvSpPr>
              <a:spLocks noChangeArrowheads="1"/>
            </p:cNvSpPr>
            <p:nvPr/>
          </p:nvSpPr>
          <p:spPr bwMode="hidden">
            <a:xfrm>
              <a:off x="5497" y="2879"/>
              <a:ext cx="156" cy="89"/>
            </a:xfrm>
            <a:prstGeom prst="ellipse">
              <a:avLst/>
            </a:prstGeom>
            <a:gradFill rotWithShape="0">
              <a:gsLst>
                <a:gs pos="0">
                  <a:schemeClr val="accent2"/>
                </a:gs>
                <a:gs pos="100000">
                  <a:schemeClr val="accent2">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4" name="Oval 206"/>
            <p:cNvSpPr>
              <a:spLocks noChangeArrowheads="1"/>
            </p:cNvSpPr>
            <p:nvPr/>
          </p:nvSpPr>
          <p:spPr bwMode="hidden">
            <a:xfrm>
              <a:off x="4772" y="2673"/>
              <a:ext cx="156" cy="83"/>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5" name="Oval 207"/>
            <p:cNvSpPr>
              <a:spLocks noChangeArrowheads="1"/>
            </p:cNvSpPr>
            <p:nvPr/>
          </p:nvSpPr>
          <p:spPr bwMode="hidden">
            <a:xfrm>
              <a:off x="4966" y="2488"/>
              <a:ext cx="156" cy="84"/>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6" name="Oval 208"/>
            <p:cNvSpPr>
              <a:spLocks noChangeArrowheads="1"/>
            </p:cNvSpPr>
            <p:nvPr/>
          </p:nvSpPr>
          <p:spPr bwMode="hidden">
            <a:xfrm>
              <a:off x="5444" y="2052"/>
              <a:ext cx="134" cy="73"/>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7" name="Oval 209"/>
            <p:cNvSpPr>
              <a:spLocks noChangeArrowheads="1"/>
            </p:cNvSpPr>
            <p:nvPr/>
          </p:nvSpPr>
          <p:spPr bwMode="hidden">
            <a:xfrm>
              <a:off x="5161" y="2314"/>
              <a:ext cx="140" cy="73"/>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8" name="Oval 210"/>
            <p:cNvSpPr>
              <a:spLocks noChangeArrowheads="1"/>
            </p:cNvSpPr>
            <p:nvPr/>
          </p:nvSpPr>
          <p:spPr bwMode="hidden">
            <a:xfrm>
              <a:off x="5318" y="2176"/>
              <a:ext cx="134" cy="61"/>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59" name="Oval 211"/>
            <p:cNvSpPr>
              <a:spLocks noChangeArrowheads="1"/>
            </p:cNvSpPr>
            <p:nvPr/>
          </p:nvSpPr>
          <p:spPr bwMode="hidden">
            <a:xfrm>
              <a:off x="5581" y="1933"/>
              <a:ext cx="128" cy="61"/>
            </a:xfrm>
            <a:prstGeom prst="ellipse">
              <a:avLst/>
            </a:prstGeom>
            <a:gradFill rotWithShape="0">
              <a:gsLst>
                <a:gs pos="0">
                  <a:schemeClr val="accent2"/>
                </a:gs>
                <a:gs pos="100000">
                  <a:schemeClr val="accent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60" name="Oval 212"/>
            <p:cNvSpPr>
              <a:spLocks noChangeArrowheads="1"/>
            </p:cNvSpPr>
            <p:nvPr/>
          </p:nvSpPr>
          <p:spPr bwMode="hidden">
            <a:xfrm>
              <a:off x="5689" y="1811"/>
              <a:ext cx="128" cy="61"/>
            </a:xfrm>
            <a:prstGeom prst="ellipse">
              <a:avLst/>
            </a:prstGeom>
            <a:gradFill rotWithShape="0">
              <a:gsLst>
                <a:gs pos="0">
                  <a:schemeClr val="accent2"/>
                </a:gs>
                <a:gs pos="100000">
                  <a:schemeClr val="accent2">
                    <a:gamma/>
                    <a:shade val="57647"/>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61" name="Oval 213"/>
            <p:cNvSpPr>
              <a:spLocks noChangeArrowheads="1"/>
            </p:cNvSpPr>
            <p:nvPr/>
          </p:nvSpPr>
          <p:spPr bwMode="hidden">
            <a:xfrm>
              <a:off x="5663" y="2680"/>
              <a:ext cx="156" cy="83"/>
            </a:xfrm>
            <a:prstGeom prst="ellipse">
              <a:avLst/>
            </a:prstGeom>
            <a:gradFill rotWithShape="0">
              <a:gsLst>
                <a:gs pos="0">
                  <a:schemeClr val="accent2"/>
                </a:gs>
                <a:gs pos="100000">
                  <a:schemeClr val="accent2">
                    <a:gamma/>
                    <a:shade val="5451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62"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63"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64"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sp>
          <p:nvSpPr>
            <p:cNvPr id="744665" name="Oval 217"/>
            <p:cNvSpPr>
              <a:spLocks noChangeArrowheads="1"/>
            </p:cNvSpPr>
            <p:nvPr/>
          </p:nvSpPr>
          <p:spPr bwMode="hidden">
            <a:xfrm>
              <a:off x="5624" y="4010"/>
              <a:ext cx="201" cy="106"/>
            </a:xfrm>
            <a:prstGeom prst="ellipse">
              <a:avLst/>
            </a:prstGeom>
            <a:gradFill rotWithShape="0">
              <a:gsLst>
                <a:gs pos="0">
                  <a:schemeClr val="accent2"/>
                </a:gs>
                <a:gs pos="100000">
                  <a:schemeClr val="accent2">
                    <a:gamma/>
                    <a:shade val="39216"/>
                    <a:invGamma/>
                  </a:schemeClr>
                </a:gs>
              </a:gsLst>
              <a:lin ang="2700000" scaled="1"/>
            </a:gradFill>
            <a:ln w="9525">
              <a:noFill/>
              <a:round/>
            </a:ln>
            <a:effectLst/>
          </p:spPr>
          <p:txBody>
            <a:bodyPr/>
            <a:lstStyle/>
            <a:p>
              <a:pPr>
                <a:defRPr/>
              </a:pPr>
              <a:endParaRPr lang="en-US" altLang="zh-CN">
                <a:latin typeface="Arial" panose="020B0604020202020204" pitchFamily="34" charset="0"/>
              </a:endParaRPr>
            </a:p>
          </p:txBody>
        </p:sp>
      </p:grpSp>
      <p:sp>
        <p:nvSpPr>
          <p:cNvPr id="744666" name="Rectangle 218"/>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effectLst>
                  <a:outerShdw blurRad="38100" dist="38100" dir="2700000" algn="tl">
                    <a:srgbClr val="000000"/>
                  </a:outerShdw>
                </a:effectLst>
              </a:defRPr>
            </a:lvl1pPr>
          </a:lstStyle>
          <a:p>
            <a:pPr>
              <a:defRPr/>
            </a:pPr>
            <a:fld id="{88298C6C-B177-45F8-91D0-0B2D738EC6D7}" type="slidenum">
              <a:rPr lang="en-US" altLang="zh-CN"/>
              <a:pPr>
                <a:defRPr/>
              </a:pPr>
              <a:t>‹#›</a:t>
            </a:fld>
            <a:endParaRPr lang="en-US" altLang="zh-CN"/>
          </a:p>
        </p:txBody>
      </p:sp>
      <p:sp>
        <p:nvSpPr>
          <p:cNvPr id="744667" name="Rectangle 219"/>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ffectLst>
                  <a:outerShdw blurRad="38100" dist="38100" dir="2700000" algn="tl">
                    <a:srgbClr val="000000"/>
                  </a:outerShdw>
                </a:effectLst>
                <a:latin typeface="Arial" panose="020B0604020202020204" pitchFamily="34" charset="0"/>
              </a:defRPr>
            </a:lvl1pPr>
          </a:lstStyle>
          <a:p>
            <a:pPr>
              <a:defRPr/>
            </a:pPr>
            <a:r>
              <a:rPr lang="en-US"/>
              <a:t>Linux+ Guide to Linux Certification, Second Edition</a:t>
            </a:r>
          </a:p>
        </p:txBody>
      </p:sp>
      <p:sp>
        <p:nvSpPr>
          <p:cNvPr id="744669" name="Rectangle 221"/>
          <p:cNvSpPr>
            <a:spLocks noGrp="1" noChangeArrowheads="1"/>
          </p:cNvSpPr>
          <p:nvPr>
            <p:ph type="body" idx="1"/>
          </p:nvPr>
        </p:nvSpPr>
        <p:spPr bwMode="auto">
          <a:xfrm>
            <a:off x="457200" y="1600200"/>
            <a:ext cx="8229600" cy="4533900"/>
          </a:xfrm>
          <a:prstGeom prst="rect">
            <a:avLst/>
          </a:prstGeom>
          <a:noFill/>
          <a:ln w="9525">
            <a:noFill/>
            <a:miter lim="800000"/>
          </a:ln>
          <a:effectLst/>
        </p:spPr>
        <p:txBody>
          <a:bodyPr vert="horz" wrap="square" lIns="91440" tIns="45720" rIns="91440" bIns="45720" numCol="1" anchor="t" anchorCtr="0" compatLnSpc="1"/>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p>
        </p:txBody>
      </p:sp>
      <p:sp>
        <p:nvSpPr>
          <p:cNvPr id="744670" name="Rectangle 222"/>
          <p:cNvSpPr>
            <a:spLocks noGrp="1" noChangeArrowheads="1"/>
          </p:cNvSpPr>
          <p:nvPr>
            <p:ph type="title"/>
          </p:nvPr>
        </p:nvSpPr>
        <p:spPr bwMode="auto">
          <a:xfrm>
            <a:off x="457200" y="274638"/>
            <a:ext cx="8229600" cy="1143000"/>
          </a:xfrm>
          <a:prstGeom prst="rect">
            <a:avLst/>
          </a:prstGeom>
          <a:noFill/>
          <a:ln w="9525">
            <a:noFill/>
            <a:miter lim="800000"/>
          </a:ln>
          <a:effectLst/>
        </p:spPr>
        <p:txBody>
          <a:bodyPr vert="horz" wrap="square" lIns="91440" tIns="45720" rIns="91440" bIns="45720" numCol="1" anchor="ctr" anchorCtr="0" compatLnSpc="1"/>
          <a:lstStyle/>
          <a:p>
            <a:pPr lvl="0"/>
            <a:r>
              <a:rPr lang="en-US" noProof="1" smtClean="0"/>
              <a:t>Click to edit Master title style</a:t>
            </a:r>
          </a:p>
        </p:txBody>
      </p:sp>
    </p:spTree>
  </p:cSld>
  <p:clrMap bg1="dk2" tx1="lt1" bg2="dk1" tx2="lt2" accent1="accent1" accent2="accent2" accent3="accent3" accent4="accent4" accent5="accent5" accent6="accent6" hlink="hlink" folHlink="folHlink"/>
  <p:sldLayoutIdLst>
    <p:sldLayoutId id="2147483704"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Blip>
          <a:blip r:embed="rId13"/>
        </a:buBlip>
        <a:defRPr sz="3200">
          <a:solidFill>
            <a:schemeClr val="tx1"/>
          </a:solidFill>
          <a:effectLst>
            <a:outerShdw blurRad="38100" dist="38100" dir="2700000" algn="tl">
              <a:srgbClr val="000000"/>
            </a:outerShdw>
          </a:effectLst>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lr>
          <a:schemeClr val="folHlink"/>
        </a:buClr>
        <a:buSzPct val="50000"/>
        <a:buFont typeface="Wingdings" pitchFamily="2" charset="2"/>
        <a:buChar char="n"/>
        <a:defRPr sz="2800">
          <a:solidFill>
            <a:schemeClr val="tx1"/>
          </a:solidFill>
          <a:effectLst>
            <a:outerShdw blurRad="38100" dist="38100" dir="2700000" algn="tl">
              <a:srgbClr val="000000"/>
            </a:outerShdw>
          </a:effectLst>
          <a:latin typeface="+mn-lt"/>
          <a:ea typeface="MS PGothic" panose="020B0600070205080204" pitchFamily="34" charset="-128"/>
        </a:defRPr>
      </a:lvl2pPr>
      <a:lvl3pPr marL="1143000" indent="-228600" algn="l" rtl="0" eaLnBrk="0" fontAlgn="base" hangingPunct="0">
        <a:spcBef>
          <a:spcPct val="20000"/>
        </a:spcBef>
        <a:spcAft>
          <a:spcPct val="0"/>
        </a:spcAft>
        <a:buClr>
          <a:schemeClr val="hlink"/>
        </a:buClr>
        <a:buFont typeface="Wingdings" pitchFamily="2" charset="2"/>
        <a:buBlip>
          <a:blip r:embed="rId13"/>
        </a:buBlip>
        <a:defRPr sz="2400">
          <a:solidFill>
            <a:schemeClr val="tx1"/>
          </a:solidFill>
          <a:effectLst>
            <a:outerShdw blurRad="38100" dist="38100" dir="2700000" algn="tl">
              <a:srgbClr val="000000"/>
            </a:outerShdw>
          </a:effectLst>
          <a:latin typeface="+mn-lt"/>
          <a:ea typeface="MS PGothic" panose="020B0600070205080204" pitchFamily="34" charset="-128"/>
        </a:defRPr>
      </a:lvl3pPr>
      <a:lvl4pPr marL="16002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effectLst>
            <a:outerShdw blurRad="38100" dist="38100" dir="2700000" algn="tl">
              <a:srgbClr val="000000"/>
            </a:outerShdw>
          </a:effectLst>
          <a:latin typeface="+mn-lt"/>
          <a:ea typeface="MS PGothic" panose="020B0600070205080204" pitchFamily="34" charset="-128"/>
        </a:defRPr>
      </a:lvl4pPr>
      <a:lvl5pPr marL="2057400" indent="-228600" algn="l" rtl="0" eaLnBrk="0" fontAlgn="base" hangingPunct="0">
        <a:spcBef>
          <a:spcPct val="20000"/>
        </a:spcBef>
        <a:spcAft>
          <a:spcPct val="0"/>
        </a:spcAft>
        <a:buClr>
          <a:schemeClr val="hlink"/>
        </a:buClr>
        <a:buFont typeface="Wingdings" pitchFamily="2" charset="2"/>
        <a:buBlip>
          <a:blip r:embed="rId13"/>
        </a:buBlip>
        <a:defRPr sz="2000">
          <a:solidFill>
            <a:schemeClr val="tx1"/>
          </a:solidFill>
          <a:effectLst>
            <a:outerShdw blurRad="38100" dist="38100" dir="2700000" algn="tl">
              <a:srgbClr val="000000"/>
            </a:outerShdw>
          </a:effectLst>
          <a:latin typeface="+mn-lt"/>
          <a:ea typeface="MS PGothic" panose="020B0600070205080204" pitchFamily="34" charset="-128"/>
        </a:defRPr>
      </a:lvl5pPr>
      <a:lvl6pPr marL="2514600" indent="-228600" algn="l" rtl="0" fontAlgn="base">
        <a:spcBef>
          <a:spcPct val="20000"/>
        </a:spcBef>
        <a:spcAft>
          <a:spcPct val="0"/>
        </a:spcAft>
        <a:buClr>
          <a:schemeClr val="hlink"/>
        </a:buClr>
        <a:buFont typeface="Wingdings" panose="05000000000000000000" pitchFamily="2" charset="2"/>
        <a:buBlip>
          <a:blip r:embed="rId13"/>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anose="05000000000000000000" pitchFamily="2" charset="2"/>
        <a:buBlip>
          <a:blip r:embed="rId13"/>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anose="05000000000000000000" pitchFamily="2" charset="2"/>
        <a:buBlip>
          <a:blip r:embed="rId13"/>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anose="05000000000000000000" pitchFamily="2" charset="2"/>
        <a:buBlip>
          <a:blip r:embed="rId13"/>
        </a:buBlip>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26"/>
          <p:cNvSpPr>
            <a:spLocks noGrp="1" noChangeArrowheads="1"/>
          </p:cNvSpPr>
          <p:nvPr>
            <p:ph type="ctrTitle" sz="quarter"/>
          </p:nvPr>
        </p:nvSpPr>
        <p:spPr>
          <a:xfrm>
            <a:off x="609600" y="838200"/>
            <a:ext cx="8001000" cy="1752600"/>
          </a:xfrm>
        </p:spPr>
        <p:txBody>
          <a:bodyPr>
            <a:prstTxWarp prst="textNoShape">
              <a:avLst/>
            </a:prstTxWarp>
          </a:bodyPr>
          <a:lstStyle/>
          <a:p>
            <a:pPr eaLnBrk="1" hangingPunct="1">
              <a:defRPr/>
            </a:pPr>
            <a:r>
              <a:rPr lang="en-US" altLang="zh-CN" sz="4000" b="1" dirty="0" smtClean="0">
                <a:solidFill>
                  <a:srgbClr val="FFFF00"/>
                </a:solidFill>
              </a:rPr>
              <a:t>CSE 6179</a:t>
            </a:r>
            <a:br>
              <a:rPr lang="en-US" altLang="zh-CN" sz="4000" b="1" dirty="0" smtClean="0">
                <a:solidFill>
                  <a:srgbClr val="FFFF00"/>
                </a:solidFill>
              </a:rPr>
            </a:br>
            <a:r>
              <a:rPr lang="en-US" altLang="zh-CN" sz="4000" b="1" dirty="0" smtClean="0">
                <a:solidFill>
                  <a:srgbClr val="FFFF00"/>
                </a:solidFill>
              </a:rPr>
              <a:t>Digital Forensics</a:t>
            </a:r>
            <a:endParaRPr lang="en-US" altLang="zh-CN" sz="4000" dirty="0" smtClean="0">
              <a:solidFill>
                <a:srgbClr val="FFFF00"/>
              </a:solidFill>
            </a:endParaRPr>
          </a:p>
        </p:txBody>
      </p:sp>
      <p:sp>
        <p:nvSpPr>
          <p:cNvPr id="92163" name="Rectangle 1027"/>
          <p:cNvSpPr>
            <a:spLocks noGrp="1" noChangeArrowheads="1"/>
          </p:cNvSpPr>
          <p:nvPr>
            <p:ph type="subTitle" sz="quarter" idx="1"/>
          </p:nvPr>
        </p:nvSpPr>
        <p:spPr>
          <a:xfrm>
            <a:off x="533400" y="3962400"/>
            <a:ext cx="8077200" cy="1447800"/>
          </a:xfrm>
        </p:spPr>
        <p:txBody>
          <a:bodyPr/>
          <a:lstStyle/>
          <a:p>
            <a:pPr eaLnBrk="1" hangingPunct="1">
              <a:lnSpc>
                <a:spcPct val="90000"/>
              </a:lnSpc>
              <a:defRPr/>
            </a:pPr>
            <a:r>
              <a:rPr lang="en-US" b="1" i="1" dirty="0" smtClean="0"/>
              <a:t>Lecture 3</a:t>
            </a:r>
          </a:p>
          <a:p>
            <a:pPr eaLnBrk="1" hangingPunct="1">
              <a:lnSpc>
                <a:spcPct val="90000"/>
              </a:lnSpc>
              <a:spcBef>
                <a:spcPts val="1200"/>
              </a:spcBef>
              <a:spcAft>
                <a:spcPts val="1200"/>
              </a:spcAft>
              <a:defRPr/>
            </a:pPr>
            <a:r>
              <a:rPr lang="en-US" b="1" i="1" dirty="0" smtClean="0">
                <a:solidFill>
                  <a:srgbClr val="FFC000"/>
                </a:solidFill>
              </a:rPr>
              <a:t>Computer Forensics – Part I</a:t>
            </a:r>
          </a:p>
          <a:p>
            <a:pPr eaLnBrk="1" hangingPunct="1">
              <a:lnSpc>
                <a:spcPct val="90000"/>
              </a:lnSpc>
              <a:spcBef>
                <a:spcPts val="1200"/>
              </a:spcBef>
              <a:spcAft>
                <a:spcPts val="1200"/>
              </a:spcAft>
              <a:defRPr/>
            </a:pPr>
            <a:r>
              <a:rPr lang="en-US" sz="2000" b="1" i="1" dirty="0" smtClean="0"/>
              <a:t>Chapter 5 (DF – Wiley)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74638"/>
            <a:ext cx="8229600" cy="671512"/>
          </a:xfrm>
        </p:spPr>
        <p:txBody>
          <a:bodyPr/>
          <a:lstStyle/>
          <a:p>
            <a:pPr>
              <a:defRPr/>
            </a:pPr>
            <a:r>
              <a:rPr lang="en-GB" b="1" dirty="0" smtClean="0">
                <a:solidFill>
                  <a:srgbClr val="18B2B6"/>
                </a:solidFill>
              </a:rPr>
              <a:t>Overview</a:t>
            </a:r>
          </a:p>
        </p:txBody>
      </p:sp>
      <p:sp>
        <p:nvSpPr>
          <p:cNvPr id="15363" name="Content Placeholder 2"/>
          <p:cNvSpPr>
            <a:spLocks noGrp="1"/>
          </p:cNvSpPr>
          <p:nvPr>
            <p:ph idx="1"/>
          </p:nvPr>
        </p:nvSpPr>
        <p:spPr>
          <a:xfrm>
            <a:off x="238125" y="1219200"/>
            <a:ext cx="8448675" cy="3962400"/>
          </a:xfrm>
        </p:spPr>
        <p:txBody>
          <a:bodyPr/>
          <a:lstStyle/>
          <a:p>
            <a:pPr lvl="1">
              <a:defRPr/>
            </a:pPr>
            <a:r>
              <a:rPr lang="en-GB" sz="3200" dirty="0" smtClean="0">
                <a:cs typeface="+mn-ea"/>
              </a:rPr>
              <a:t>Evidence Collection </a:t>
            </a:r>
          </a:p>
          <a:p>
            <a:pPr lvl="1">
              <a:buFont typeface="Wingdings" panose="05000000000000000000" charset="0"/>
              <a:buChar char="Ø"/>
              <a:defRPr/>
            </a:pPr>
            <a:r>
              <a:rPr lang="en-US" altLang="en-GB" sz="2400" b="1" dirty="0" smtClean="0">
                <a:solidFill>
                  <a:srgbClr val="FFC000"/>
                </a:solidFill>
                <a:cs typeface="+mn-ea"/>
              </a:rPr>
              <a:t>	</a:t>
            </a:r>
            <a:r>
              <a:rPr lang="en-GB" sz="2400" b="1" dirty="0" smtClean="0">
                <a:solidFill>
                  <a:srgbClr val="FFC000"/>
                </a:solidFill>
                <a:cs typeface="+mn-ea"/>
              </a:rPr>
              <a:t>Data Acquisition</a:t>
            </a:r>
          </a:p>
          <a:p>
            <a:pPr lvl="1">
              <a:defRPr/>
            </a:pPr>
            <a:r>
              <a:rPr lang="en-GB" sz="3200" dirty="0" smtClean="0">
                <a:cs typeface="+mn-ea"/>
              </a:rPr>
              <a:t>Examination</a:t>
            </a:r>
          </a:p>
          <a:p>
            <a:pPr lvl="2">
              <a:buFont typeface="Wingdings" pitchFamily="2" charset="2"/>
              <a:buChar char="Ø"/>
              <a:defRPr/>
            </a:pPr>
            <a:r>
              <a:rPr lang="en-GB" b="1" dirty="0" smtClean="0">
                <a:solidFill>
                  <a:srgbClr val="FFC000"/>
                </a:solidFill>
                <a:cs typeface="+mn-ea"/>
              </a:rPr>
              <a:t> Disk Structures</a:t>
            </a:r>
          </a:p>
          <a:p>
            <a:pPr lvl="2">
              <a:buFont typeface="Wingdings" pitchFamily="2" charset="2"/>
              <a:buChar char="Ø"/>
              <a:defRPr/>
            </a:pPr>
            <a:r>
              <a:rPr lang="en-GB" b="1" dirty="0" smtClean="0">
                <a:solidFill>
                  <a:srgbClr val="FFC000"/>
                </a:solidFill>
                <a:cs typeface="+mn-ea"/>
              </a:rPr>
              <a:t> File system</a:t>
            </a:r>
          </a:p>
          <a:p>
            <a:pPr lvl="1">
              <a:buFont typeface="Wingdings" pitchFamily="2" charset="2"/>
              <a:buNone/>
              <a:defRPr/>
            </a:pPr>
            <a:endParaRPr lang="en-GB" sz="3200" dirty="0" smtClean="0">
              <a:cs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26"/>
          <p:cNvSpPr>
            <a:spLocks noGrp="1" noChangeArrowheads="1"/>
          </p:cNvSpPr>
          <p:nvPr>
            <p:ph type="ctrTitle" sz="quarter"/>
          </p:nvPr>
        </p:nvSpPr>
        <p:spPr>
          <a:xfrm>
            <a:off x="381000" y="152400"/>
            <a:ext cx="8458200" cy="792163"/>
          </a:xfrm>
        </p:spPr>
        <p:txBody>
          <a:bodyPr/>
          <a:lstStyle/>
          <a:p>
            <a:pPr lvl="1">
              <a:defRPr/>
            </a:pPr>
            <a:r>
              <a:rPr lang="en-GB" sz="4000" b="1" dirty="0" smtClean="0">
                <a:solidFill>
                  <a:srgbClr val="18B2B6"/>
                </a:solidFill>
                <a:latin typeface="+mj-lt"/>
              </a:rPr>
              <a:t>5.2 Evidence</a:t>
            </a:r>
            <a:r>
              <a:rPr lang="en-GB" sz="4000" dirty="0" smtClean="0">
                <a:solidFill>
                  <a:srgbClr val="18B2B6"/>
                </a:solidFill>
              </a:rPr>
              <a:t> </a:t>
            </a:r>
            <a:r>
              <a:rPr lang="en-GB" sz="4000" b="1" dirty="0" smtClean="0">
                <a:solidFill>
                  <a:srgbClr val="18B2B6"/>
                </a:solidFill>
                <a:latin typeface="+mj-lt"/>
              </a:rPr>
              <a:t>Collection</a:t>
            </a:r>
            <a:r>
              <a:rPr lang="en-GB" sz="4000" dirty="0" smtClean="0">
                <a:solidFill>
                  <a:srgbClr val="18B2B6"/>
                </a:solidFill>
              </a:rPr>
              <a:t> </a:t>
            </a:r>
          </a:p>
        </p:txBody>
      </p:sp>
      <p:sp>
        <p:nvSpPr>
          <p:cNvPr id="5123" name="Rectangle 5"/>
          <p:cNvSpPr>
            <a:spLocks noChangeArrowheads="1"/>
          </p:cNvSpPr>
          <p:nvPr/>
        </p:nvSpPr>
        <p:spPr bwMode="auto">
          <a:xfrm>
            <a:off x="457200" y="1447800"/>
            <a:ext cx="8229600" cy="4524375"/>
          </a:xfrm>
          <a:prstGeom prst="rect">
            <a:avLst/>
          </a:prstGeom>
          <a:noFill/>
          <a:ln w="9525">
            <a:noFill/>
            <a:miter lim="800000"/>
            <a:headEnd/>
            <a:tailEnd/>
          </a:ln>
        </p:spPr>
        <p:txBody>
          <a:bodyPr>
            <a:spAutoFit/>
          </a:bodyPr>
          <a:lstStyle/>
          <a:p>
            <a:pPr marL="342900" indent="-342900">
              <a:spcBef>
                <a:spcPts val="600"/>
              </a:spcBef>
              <a:spcAft>
                <a:spcPts val="600"/>
              </a:spcAft>
              <a:buClr>
                <a:srgbClr val="FFFF00"/>
              </a:buClr>
              <a:buFont typeface="Wingdings" pitchFamily="2" charset="2"/>
              <a:buChar char="q"/>
            </a:pPr>
            <a:r>
              <a:rPr lang="en-US" sz="2800" b="1">
                <a:solidFill>
                  <a:srgbClr val="FFFF00"/>
                </a:solidFill>
              </a:rPr>
              <a:t> 5.2.1 Data Acquisition</a:t>
            </a:r>
          </a:p>
          <a:p>
            <a:pPr marL="742950" lvl="1" indent="-285750">
              <a:spcBef>
                <a:spcPts val="600"/>
              </a:spcBef>
              <a:spcAft>
                <a:spcPts val="600"/>
              </a:spcAft>
              <a:buClr>
                <a:srgbClr val="FFFF00"/>
              </a:buClr>
              <a:buFont typeface="Wingdings" pitchFamily="2" charset="2"/>
              <a:buChar char="ü"/>
            </a:pPr>
            <a:r>
              <a:rPr lang="en-MY" sz="2000"/>
              <a:t>Data acquisition is the act of </a:t>
            </a:r>
            <a:r>
              <a:rPr lang="en-MY" sz="2000">
                <a:solidFill>
                  <a:srgbClr val="FFC000"/>
                </a:solidFill>
              </a:rPr>
              <a:t>collecting data relevant to an investigation</a:t>
            </a:r>
            <a:r>
              <a:rPr lang="en-MY" sz="2000"/>
              <a:t>. This data can be </a:t>
            </a:r>
            <a:r>
              <a:rPr lang="en-MY" sz="2000">
                <a:solidFill>
                  <a:srgbClr val="FFC000"/>
                </a:solidFill>
              </a:rPr>
              <a:t>live data</a:t>
            </a:r>
            <a:r>
              <a:rPr lang="en-MY" sz="2000"/>
              <a:t>, including memory captures, or it can be collected in a forensically sound manner as </a:t>
            </a:r>
            <a:r>
              <a:rPr lang="en-MY" sz="2000">
                <a:solidFill>
                  <a:srgbClr val="FFC000"/>
                </a:solidFill>
              </a:rPr>
              <a:t>an image </a:t>
            </a:r>
            <a:r>
              <a:rPr lang="en-MY" sz="2000"/>
              <a:t>or a </a:t>
            </a:r>
            <a:r>
              <a:rPr lang="en-MY" sz="2000">
                <a:solidFill>
                  <a:srgbClr val="FFC000"/>
                </a:solidFill>
              </a:rPr>
              <a:t>forensic copy</a:t>
            </a:r>
            <a:r>
              <a:rPr lang="en-MY" sz="2000"/>
              <a:t>.</a:t>
            </a:r>
            <a:endParaRPr lang="en-MY" sz="2000">
              <a:solidFill>
                <a:srgbClr val="FFFF00"/>
              </a:solidFill>
            </a:endParaRPr>
          </a:p>
          <a:p>
            <a:pPr marL="742950" lvl="1" indent="-285750">
              <a:spcBef>
                <a:spcPts val="600"/>
              </a:spcBef>
              <a:spcAft>
                <a:spcPts val="600"/>
              </a:spcAft>
              <a:buClr>
                <a:srgbClr val="FFFF00"/>
              </a:buClr>
              <a:buFont typeface="Wingdings" pitchFamily="2" charset="2"/>
              <a:buChar char="ü"/>
            </a:pPr>
            <a:r>
              <a:rPr lang="en-US" sz="2000" b="1">
                <a:solidFill>
                  <a:srgbClr val="FFFF00"/>
                </a:solidFill>
              </a:rPr>
              <a:t>Live Data (Including Memory)</a:t>
            </a:r>
            <a:r>
              <a:rPr lang="en-US" sz="2000">
                <a:solidFill>
                  <a:srgbClr val="FFFF00"/>
                </a:solidFill>
              </a:rPr>
              <a:t>  --- </a:t>
            </a:r>
            <a:r>
              <a:rPr lang="en-US" sz="2000">
                <a:solidFill>
                  <a:srgbClr val="FFC000"/>
                </a:solidFill>
              </a:rPr>
              <a:t>Files, Memory, Volumes</a:t>
            </a:r>
          </a:p>
          <a:p>
            <a:pPr marL="742950" lvl="1" indent="-285750">
              <a:spcBef>
                <a:spcPts val="600"/>
              </a:spcBef>
              <a:spcAft>
                <a:spcPts val="600"/>
              </a:spcAft>
              <a:buClr>
                <a:srgbClr val="FFFF00"/>
              </a:buClr>
              <a:buFont typeface="Wingdings" pitchFamily="2" charset="2"/>
              <a:buChar char="ü"/>
            </a:pPr>
            <a:r>
              <a:rPr lang="en-US" altLang="zh-CN" sz="2000" b="1">
                <a:solidFill>
                  <a:srgbClr val="FFFF00"/>
                </a:solidFill>
              </a:rPr>
              <a:t>Forensic Image </a:t>
            </a:r>
            <a:r>
              <a:rPr lang="en-US" altLang="zh-CN" sz="2000">
                <a:solidFill>
                  <a:srgbClr val="FFFF00"/>
                </a:solidFill>
              </a:rPr>
              <a:t>--- </a:t>
            </a:r>
            <a:r>
              <a:rPr lang="en-US" altLang="zh-CN" sz="2000"/>
              <a:t>A forensic image is the most common way of maintaining evidence from a computer system. In this case, an </a:t>
            </a:r>
            <a:r>
              <a:rPr lang="en-US" altLang="zh-CN" sz="2000">
                <a:solidFill>
                  <a:srgbClr val="FFC000"/>
                </a:solidFill>
              </a:rPr>
              <a:t>image ﬁle </a:t>
            </a:r>
            <a:r>
              <a:rPr lang="en-US" altLang="zh-CN" sz="2000"/>
              <a:t>is created from the </a:t>
            </a:r>
            <a:r>
              <a:rPr lang="en-US" altLang="zh-CN" sz="2000">
                <a:solidFill>
                  <a:srgbClr val="FFC000"/>
                </a:solidFill>
              </a:rPr>
              <a:t>original source</a:t>
            </a:r>
            <a:r>
              <a:rPr lang="en-US" altLang="zh-CN" sz="2000"/>
              <a:t>.</a:t>
            </a:r>
            <a:endParaRPr lang="en-US" altLang="zh-CN" sz="2000">
              <a:solidFill>
                <a:srgbClr val="FFFF00"/>
              </a:solidFill>
            </a:endParaRPr>
          </a:p>
          <a:p>
            <a:pPr marL="742950" lvl="1" indent="-285750">
              <a:spcBef>
                <a:spcPts val="600"/>
              </a:spcBef>
              <a:spcAft>
                <a:spcPts val="600"/>
              </a:spcAft>
              <a:buClr>
                <a:srgbClr val="FFFF00"/>
              </a:buClr>
              <a:buFont typeface="Wingdings" pitchFamily="2" charset="2"/>
              <a:buChar char="ü"/>
            </a:pPr>
            <a:r>
              <a:rPr lang="en-US" sz="2000" b="1">
                <a:solidFill>
                  <a:srgbClr val="FFFF00"/>
                </a:solidFill>
              </a:rPr>
              <a:t>Forensic Copy</a:t>
            </a:r>
            <a:r>
              <a:rPr lang="en-US" sz="2000"/>
              <a:t> -- </a:t>
            </a:r>
            <a:r>
              <a:rPr lang="en-MY" sz="2000"/>
              <a:t>A forensic copy is a copy created in blocks where every byte is copied in the block, including unallocated bytes.</a:t>
            </a:r>
            <a:endParaRPr lang="en-US" sz="20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srcRect/>
          <a:stretch>
            <a:fillRect/>
          </a:stretch>
        </p:blipFill>
        <p:spPr bwMode="auto">
          <a:xfrm>
            <a:off x="609600" y="3962400"/>
            <a:ext cx="7848600" cy="2728913"/>
          </a:xfrm>
          <a:prstGeom prst="rect">
            <a:avLst/>
          </a:prstGeom>
          <a:noFill/>
          <a:ln w="9525">
            <a:noFill/>
            <a:miter lim="800000"/>
            <a:headEnd/>
            <a:tailEnd/>
          </a:ln>
        </p:spPr>
      </p:pic>
      <p:sp>
        <p:nvSpPr>
          <p:cNvPr id="4" name="Rectangle 1026"/>
          <p:cNvSpPr txBox="1">
            <a:spLocks noChangeArrowheads="1"/>
          </p:cNvSpPr>
          <p:nvPr/>
        </p:nvSpPr>
        <p:spPr bwMode="auto">
          <a:xfrm>
            <a:off x="381000" y="304800"/>
            <a:ext cx="8458200" cy="487363"/>
          </a:xfrm>
          <a:prstGeom prst="rect">
            <a:avLst/>
          </a:prstGeom>
          <a:noFill/>
          <a:ln w="9525">
            <a:noFill/>
            <a:miter lim="800000"/>
          </a:ln>
          <a:effectLst/>
        </p:spPr>
        <p:txBody>
          <a:bodyPr anchor="ctr"/>
          <a:lstStyle/>
          <a:p>
            <a:pPr marL="0" lvl="1" algn="ctr">
              <a:defRPr/>
            </a:pP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5.2 Evidence</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Collection (contd.)</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p>
        </p:txBody>
      </p:sp>
      <p:pic>
        <p:nvPicPr>
          <p:cNvPr id="6148" name="Picture 5"/>
          <p:cNvPicPr>
            <a:picLocks noChangeAspect="1" noChangeArrowheads="1"/>
          </p:cNvPicPr>
          <p:nvPr/>
        </p:nvPicPr>
        <p:blipFill>
          <a:blip r:embed="rId4"/>
          <a:srcRect/>
          <a:stretch>
            <a:fillRect/>
          </a:stretch>
        </p:blipFill>
        <p:spPr bwMode="auto">
          <a:xfrm>
            <a:off x="609600" y="1066800"/>
            <a:ext cx="7848600" cy="2740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ChangeArrowheads="1"/>
          </p:cNvSpPr>
          <p:nvPr/>
        </p:nvSpPr>
        <p:spPr bwMode="auto">
          <a:xfrm>
            <a:off x="152400" y="1066800"/>
            <a:ext cx="8775700" cy="5616575"/>
          </a:xfrm>
          <a:prstGeom prst="rect">
            <a:avLst/>
          </a:prstGeom>
          <a:noFill/>
          <a:ln w="9525">
            <a:noFill/>
            <a:miter lim="800000"/>
            <a:headEnd/>
            <a:tailEnd/>
          </a:ln>
        </p:spPr>
        <p:txBody>
          <a:bodyPr>
            <a:spAutoFit/>
          </a:bodyPr>
          <a:lstStyle/>
          <a:p>
            <a:pPr marL="342900" indent="-342900">
              <a:spcBef>
                <a:spcPts val="600"/>
              </a:spcBef>
              <a:spcAft>
                <a:spcPts val="600"/>
              </a:spcAft>
              <a:buClr>
                <a:srgbClr val="FFFF00"/>
              </a:buClr>
              <a:buFont typeface="Wingdings" pitchFamily="2" charset="2"/>
              <a:buChar char="q"/>
            </a:pPr>
            <a:r>
              <a:rPr lang="en-US" sz="2000" b="1">
                <a:solidFill>
                  <a:srgbClr val="FFFF00"/>
                </a:solidFill>
              </a:rPr>
              <a:t>5.2.1.1 Live Acquisition (Including Memory)</a:t>
            </a:r>
            <a:endParaRPr lang="en-US" sz="2000" b="1"/>
          </a:p>
          <a:p>
            <a:pPr marL="742950" lvl="1" indent="-285750">
              <a:spcBef>
                <a:spcPts val="600"/>
              </a:spcBef>
              <a:spcAft>
                <a:spcPts val="600"/>
              </a:spcAft>
              <a:buClr>
                <a:srgbClr val="FFFF00"/>
              </a:buClr>
              <a:buFont typeface="Wingdings" pitchFamily="2" charset="2"/>
              <a:buChar char="ü"/>
            </a:pPr>
            <a:r>
              <a:rPr lang="en-US" sz="1700"/>
              <a:t>Involves </a:t>
            </a:r>
            <a:r>
              <a:rPr lang="en-US" sz="1700">
                <a:solidFill>
                  <a:srgbClr val="FFC000"/>
                </a:solidFill>
              </a:rPr>
              <a:t>collecting data from a running system</a:t>
            </a:r>
            <a:r>
              <a:rPr lang="en-US" sz="1700"/>
              <a:t>, including memory, mounted files such as Windows registry hives, unencrypted volumes or file systems, security files, or open processes.</a:t>
            </a:r>
          </a:p>
          <a:p>
            <a:pPr marL="742950" lvl="1" indent="-285750">
              <a:spcBef>
                <a:spcPts val="600"/>
              </a:spcBef>
              <a:spcAft>
                <a:spcPts val="600"/>
              </a:spcAft>
              <a:buClr>
                <a:srgbClr val="FFFF00"/>
              </a:buClr>
              <a:buFont typeface="Wingdings" pitchFamily="2" charset="2"/>
              <a:buChar char="ü"/>
            </a:pPr>
            <a:r>
              <a:rPr lang="en-US" sz="1700"/>
              <a:t>Common in cases where a </a:t>
            </a:r>
            <a:r>
              <a:rPr lang="en-US" sz="1700">
                <a:solidFill>
                  <a:srgbClr val="FFC000"/>
                </a:solidFill>
              </a:rPr>
              <a:t>suspect </a:t>
            </a:r>
            <a:r>
              <a:rPr lang="en-US" sz="1700"/>
              <a:t>is believed to have used </a:t>
            </a:r>
            <a:r>
              <a:rPr lang="en-US" sz="1700">
                <a:solidFill>
                  <a:srgbClr val="FFC000"/>
                </a:solidFill>
              </a:rPr>
              <a:t>full disk encryption </a:t>
            </a:r>
            <a:r>
              <a:rPr lang="en-US" sz="1700"/>
              <a:t>–which means shutting down the system will remove the decryption key from memory and </a:t>
            </a:r>
            <a:r>
              <a:rPr lang="en-US" sz="1700">
                <a:solidFill>
                  <a:srgbClr val="FFC000"/>
                </a:solidFill>
              </a:rPr>
              <a:t>render the device unreadable </a:t>
            </a:r>
            <a:r>
              <a:rPr lang="en-US" sz="1700"/>
              <a:t>without the correct password or key.</a:t>
            </a:r>
            <a:endParaRPr lang="en-MY" sz="1700">
              <a:solidFill>
                <a:srgbClr val="FFFF00"/>
              </a:solidFill>
            </a:endParaRPr>
          </a:p>
          <a:p>
            <a:pPr marL="742950" lvl="1" indent="-285750">
              <a:spcBef>
                <a:spcPts val="600"/>
              </a:spcBef>
              <a:spcAft>
                <a:spcPts val="600"/>
              </a:spcAft>
              <a:buClr>
                <a:srgbClr val="FFFF00"/>
              </a:buClr>
              <a:buFont typeface="Wingdings" pitchFamily="2" charset="2"/>
              <a:buChar char="ü"/>
            </a:pPr>
            <a:r>
              <a:rPr lang="en-US" sz="1700" b="1">
                <a:solidFill>
                  <a:srgbClr val="FFFF00"/>
                </a:solidFill>
              </a:rPr>
              <a:t>Files</a:t>
            </a:r>
            <a:r>
              <a:rPr lang="en-US" sz="1700">
                <a:solidFill>
                  <a:srgbClr val="FFFF00"/>
                </a:solidFill>
              </a:rPr>
              <a:t> (</a:t>
            </a:r>
            <a:r>
              <a:rPr lang="en-US" sz="1700"/>
              <a:t>Acquiring files </a:t>
            </a:r>
            <a:r>
              <a:rPr lang="en-US" sz="1700">
                <a:solidFill>
                  <a:srgbClr val="FFC000"/>
                </a:solidFill>
              </a:rPr>
              <a:t>utilizing a forensic tool </a:t>
            </a:r>
            <a:r>
              <a:rPr lang="en-US" sz="1700"/>
              <a:t>like AccessData’s FTK imager rather than the </a:t>
            </a:r>
            <a:r>
              <a:rPr lang="en-US" sz="1700">
                <a:solidFill>
                  <a:srgbClr val="FFC000"/>
                </a:solidFill>
              </a:rPr>
              <a:t>Copy command </a:t>
            </a:r>
            <a:r>
              <a:rPr lang="en-US" sz="1700"/>
              <a:t>provides better options for </a:t>
            </a:r>
            <a:r>
              <a:rPr lang="en-US" sz="1700">
                <a:solidFill>
                  <a:srgbClr val="FFC000"/>
                </a:solidFill>
              </a:rPr>
              <a:t>accountability</a:t>
            </a:r>
            <a:r>
              <a:rPr lang="en-US" sz="1700"/>
              <a:t> of what was acquired, chain of custody documentation, and verification through   hashing</a:t>
            </a:r>
            <a:r>
              <a:rPr lang="en-US" sz="1700">
                <a:solidFill>
                  <a:srgbClr val="FFFF00"/>
                </a:solidFill>
              </a:rPr>
              <a:t>)</a:t>
            </a:r>
          </a:p>
          <a:p>
            <a:pPr marL="742950" lvl="1" indent="-285750">
              <a:spcBef>
                <a:spcPts val="600"/>
              </a:spcBef>
              <a:spcAft>
                <a:spcPts val="600"/>
              </a:spcAft>
              <a:buClr>
                <a:srgbClr val="FFFF00"/>
              </a:buClr>
              <a:buFont typeface="Wingdings" pitchFamily="2" charset="2"/>
              <a:buChar char="ü"/>
            </a:pPr>
            <a:r>
              <a:rPr lang="en-US" altLang="zh-CN" sz="1700" b="1">
                <a:solidFill>
                  <a:srgbClr val="FFFF00"/>
                </a:solidFill>
              </a:rPr>
              <a:t>Memory </a:t>
            </a:r>
            <a:r>
              <a:rPr lang="en-US" altLang="zh-CN" sz="1700">
                <a:solidFill>
                  <a:srgbClr val="FFFF00"/>
                </a:solidFill>
              </a:rPr>
              <a:t>(</a:t>
            </a:r>
            <a:r>
              <a:rPr lang="en-US" altLang="zh-CN" sz="1700"/>
              <a:t>A</a:t>
            </a:r>
            <a:r>
              <a:rPr lang="en-US" sz="1700"/>
              <a:t>cquired using </a:t>
            </a:r>
            <a:r>
              <a:rPr lang="en-US" sz="1700">
                <a:solidFill>
                  <a:srgbClr val="FFC000"/>
                </a:solidFill>
              </a:rPr>
              <a:t>software tools </a:t>
            </a:r>
            <a:r>
              <a:rPr lang="en-US" sz="1700"/>
              <a:t>such as AccessData’s FTK Imager,   often </a:t>
            </a:r>
            <a:r>
              <a:rPr lang="en-US" sz="1700">
                <a:solidFill>
                  <a:srgbClr val="FFC000"/>
                </a:solidFill>
              </a:rPr>
              <a:t>acquired from a running system </a:t>
            </a:r>
            <a:r>
              <a:rPr lang="en-US" sz="1700"/>
              <a:t>if it’s suspected of running malware or encryption. </a:t>
            </a:r>
            <a:r>
              <a:rPr lang="en-US" sz="1700">
                <a:solidFill>
                  <a:srgbClr val="FFC000"/>
                </a:solidFill>
              </a:rPr>
              <a:t>Encryption keys </a:t>
            </a:r>
            <a:r>
              <a:rPr lang="en-US" sz="1700"/>
              <a:t>may be located in memory, for example. In many cases, memory has been used to </a:t>
            </a:r>
            <a:r>
              <a:rPr lang="en-US" sz="1700">
                <a:solidFill>
                  <a:srgbClr val="FFC000"/>
                </a:solidFill>
              </a:rPr>
              <a:t>locate attacker command activities </a:t>
            </a:r>
            <a:r>
              <a:rPr lang="en-US" sz="1700"/>
              <a:t>on a system as well</a:t>
            </a:r>
            <a:r>
              <a:rPr lang="en-US" sz="1700">
                <a:solidFill>
                  <a:srgbClr val="FFFF00"/>
                </a:solidFill>
              </a:rPr>
              <a:t>)</a:t>
            </a:r>
          </a:p>
          <a:p>
            <a:pPr marL="742950" lvl="1" indent="-285750">
              <a:spcBef>
                <a:spcPts val="600"/>
              </a:spcBef>
              <a:spcAft>
                <a:spcPts val="600"/>
              </a:spcAft>
              <a:buClr>
                <a:srgbClr val="FFFF00"/>
              </a:buClr>
              <a:buFont typeface="Wingdings" pitchFamily="2" charset="2"/>
              <a:buChar char="ü"/>
            </a:pPr>
            <a:r>
              <a:rPr lang="en-US" altLang="zh-CN" sz="1700" b="1">
                <a:solidFill>
                  <a:srgbClr val="FFFF00"/>
                </a:solidFill>
              </a:rPr>
              <a:t>Volumes </a:t>
            </a:r>
            <a:r>
              <a:rPr lang="en-US" altLang="zh-CN" sz="1700">
                <a:solidFill>
                  <a:srgbClr val="FFFF00"/>
                </a:solidFill>
              </a:rPr>
              <a:t>(</a:t>
            </a:r>
            <a:r>
              <a:rPr lang="en-US" sz="1700"/>
              <a:t>Full volumes can be </a:t>
            </a:r>
            <a:r>
              <a:rPr lang="en-US" sz="1700">
                <a:solidFill>
                  <a:srgbClr val="FFC000"/>
                </a:solidFill>
              </a:rPr>
              <a:t>acquired utilizing a tool </a:t>
            </a:r>
            <a:r>
              <a:rPr lang="en-US" sz="1700"/>
              <a:t>such as AccessData’s FTK Imager that can </a:t>
            </a:r>
            <a:r>
              <a:rPr lang="en-US" sz="1700">
                <a:solidFill>
                  <a:srgbClr val="FFC000"/>
                </a:solidFill>
              </a:rPr>
              <a:t>acquire a mounted volume including unallocated space </a:t>
            </a:r>
            <a:r>
              <a:rPr lang="en-US" sz="1700"/>
              <a:t>even if the volume is encrypted.</a:t>
            </a:r>
            <a:r>
              <a:rPr lang="en-US" sz="1700">
                <a:solidFill>
                  <a:srgbClr val="FFFF00"/>
                </a:solidFill>
              </a:rPr>
              <a:t>)</a:t>
            </a:r>
            <a:endParaRPr lang="en-US" altLang="zh-CN" sz="1700">
              <a:solidFill>
                <a:srgbClr val="FFFF00"/>
              </a:solidFill>
            </a:endParaRPr>
          </a:p>
        </p:txBody>
      </p:sp>
      <p:sp>
        <p:nvSpPr>
          <p:cNvPr id="7" name="Rectangle 1026"/>
          <p:cNvSpPr txBox="1">
            <a:spLocks noChangeArrowheads="1"/>
          </p:cNvSpPr>
          <p:nvPr/>
        </p:nvSpPr>
        <p:spPr bwMode="auto">
          <a:xfrm>
            <a:off x="381000" y="152400"/>
            <a:ext cx="8458200" cy="639763"/>
          </a:xfrm>
          <a:prstGeom prst="rect">
            <a:avLst/>
          </a:prstGeom>
          <a:noFill/>
          <a:ln w="9525">
            <a:noFill/>
            <a:miter lim="800000"/>
          </a:ln>
          <a:effectLst/>
        </p:spPr>
        <p:txBody>
          <a:bodyPr anchor="ctr"/>
          <a:lstStyle/>
          <a:p>
            <a:pPr marL="0" lvl="1" algn="ctr">
              <a:defRPr/>
            </a:pP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5.2 Evidence</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Collection (contd.)</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685800" y="3276600"/>
            <a:ext cx="7848600" cy="3482975"/>
          </a:xfrm>
          <a:prstGeom prst="rect">
            <a:avLst/>
          </a:prstGeom>
          <a:noFill/>
          <a:ln w="9525">
            <a:noFill/>
            <a:miter lim="800000"/>
            <a:headEnd/>
            <a:tailEnd/>
          </a:ln>
        </p:spPr>
      </p:pic>
      <p:pic>
        <p:nvPicPr>
          <p:cNvPr id="8195" name="Picture 2"/>
          <p:cNvPicPr>
            <a:picLocks noChangeAspect="1" noChangeArrowheads="1"/>
          </p:cNvPicPr>
          <p:nvPr/>
        </p:nvPicPr>
        <p:blipFill>
          <a:blip r:embed="rId3"/>
          <a:srcRect/>
          <a:stretch>
            <a:fillRect/>
          </a:stretch>
        </p:blipFill>
        <p:spPr bwMode="auto">
          <a:xfrm>
            <a:off x="685800" y="914400"/>
            <a:ext cx="7848600" cy="2209800"/>
          </a:xfrm>
          <a:prstGeom prst="rect">
            <a:avLst/>
          </a:prstGeom>
          <a:noFill/>
          <a:ln w="9525">
            <a:noFill/>
            <a:miter lim="800000"/>
            <a:headEnd/>
            <a:tailEnd/>
          </a:ln>
        </p:spPr>
      </p:pic>
      <p:sp>
        <p:nvSpPr>
          <p:cNvPr id="4" name="Rectangle 1026"/>
          <p:cNvSpPr txBox="1">
            <a:spLocks noChangeArrowheads="1"/>
          </p:cNvSpPr>
          <p:nvPr/>
        </p:nvSpPr>
        <p:spPr bwMode="auto">
          <a:xfrm>
            <a:off x="381000" y="152400"/>
            <a:ext cx="8458200" cy="639763"/>
          </a:xfrm>
          <a:prstGeom prst="rect">
            <a:avLst/>
          </a:prstGeom>
          <a:noFill/>
          <a:ln w="9525">
            <a:noFill/>
            <a:miter lim="800000"/>
          </a:ln>
          <a:effectLst/>
        </p:spPr>
        <p:txBody>
          <a:bodyPr anchor="ctr"/>
          <a:lstStyle/>
          <a:p>
            <a:pPr marL="0" lvl="1" algn="ctr">
              <a:defRPr/>
            </a:pP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5.2 Evidence</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Collection (contd.)</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ChangeArrowheads="1"/>
          </p:cNvSpPr>
          <p:nvPr/>
        </p:nvSpPr>
        <p:spPr bwMode="auto">
          <a:xfrm>
            <a:off x="76200" y="1066800"/>
            <a:ext cx="8839200" cy="3478213"/>
          </a:xfrm>
          <a:prstGeom prst="rect">
            <a:avLst/>
          </a:prstGeom>
          <a:noFill/>
          <a:ln w="9525">
            <a:noFill/>
            <a:miter lim="800000"/>
            <a:headEnd/>
            <a:tailEnd/>
          </a:ln>
        </p:spPr>
        <p:txBody>
          <a:bodyPr>
            <a:spAutoFit/>
          </a:bodyPr>
          <a:lstStyle/>
          <a:p>
            <a:pPr marL="342900" indent="-342900">
              <a:spcBef>
                <a:spcPts val="600"/>
              </a:spcBef>
              <a:spcAft>
                <a:spcPts val="600"/>
              </a:spcAft>
              <a:buClr>
                <a:srgbClr val="FFFF00"/>
              </a:buClr>
              <a:buFont typeface="Wingdings" pitchFamily="2" charset="2"/>
              <a:buChar char="q"/>
            </a:pPr>
            <a:r>
              <a:rPr lang="en-US" sz="2000" b="1">
                <a:solidFill>
                  <a:srgbClr val="FFFF00"/>
                </a:solidFill>
              </a:rPr>
              <a:t>5.2.1.2 Forensic Image</a:t>
            </a:r>
            <a:endParaRPr lang="en-US" sz="2000" b="1"/>
          </a:p>
          <a:p>
            <a:pPr marL="579438" lvl="1" indent="-285750">
              <a:spcBef>
                <a:spcPts val="600"/>
              </a:spcBef>
              <a:spcAft>
                <a:spcPts val="600"/>
              </a:spcAft>
              <a:buClr>
                <a:srgbClr val="FFFF00"/>
              </a:buClr>
              <a:buFont typeface="Wingdings" pitchFamily="2" charset="2"/>
              <a:buChar char="ü"/>
            </a:pPr>
            <a:r>
              <a:rPr lang="en-US" sz="1600"/>
              <a:t>Most common way of </a:t>
            </a:r>
            <a:r>
              <a:rPr lang="en-US" sz="1600">
                <a:solidFill>
                  <a:srgbClr val="FFC000"/>
                </a:solidFill>
              </a:rPr>
              <a:t>maintaining evidence </a:t>
            </a:r>
            <a:r>
              <a:rPr lang="en-US" sz="1600"/>
              <a:t>from a computer system, where an </a:t>
            </a:r>
            <a:r>
              <a:rPr lang="en-US" sz="1600">
                <a:solidFill>
                  <a:srgbClr val="FFC000"/>
                </a:solidFill>
              </a:rPr>
              <a:t>image file </a:t>
            </a:r>
            <a:r>
              <a:rPr lang="en-US" sz="1600"/>
              <a:t>is created from the </a:t>
            </a:r>
            <a:r>
              <a:rPr lang="en-US" sz="1600">
                <a:solidFill>
                  <a:srgbClr val="FFC000"/>
                </a:solidFill>
              </a:rPr>
              <a:t>original source</a:t>
            </a:r>
            <a:r>
              <a:rPr lang="en-US" sz="1600"/>
              <a:t>. </a:t>
            </a:r>
          </a:p>
          <a:p>
            <a:pPr marL="579438" lvl="1" indent="-285750">
              <a:spcBef>
                <a:spcPts val="600"/>
              </a:spcBef>
              <a:spcAft>
                <a:spcPts val="600"/>
              </a:spcAft>
              <a:buClr>
                <a:srgbClr val="FFFF00"/>
              </a:buClr>
              <a:buFont typeface="Wingdings" pitchFamily="2" charset="2"/>
              <a:buChar char="ü"/>
            </a:pPr>
            <a:r>
              <a:rPr lang="en-US" sz="1600"/>
              <a:t>The image is created in </a:t>
            </a:r>
            <a:r>
              <a:rPr lang="en-US" sz="1600">
                <a:solidFill>
                  <a:srgbClr val="FFC000"/>
                </a:solidFill>
              </a:rPr>
              <a:t>blocks</a:t>
            </a:r>
            <a:r>
              <a:rPr lang="en-US" sz="1600"/>
              <a:t> and every byte is copied in the block, including </a:t>
            </a:r>
            <a:r>
              <a:rPr lang="en-US" sz="1600">
                <a:solidFill>
                  <a:srgbClr val="FFC000"/>
                </a:solidFill>
              </a:rPr>
              <a:t>unallocated bytes</a:t>
            </a:r>
            <a:r>
              <a:rPr lang="en-US" sz="1600"/>
              <a:t>. Not a </a:t>
            </a:r>
            <a:r>
              <a:rPr lang="en-US" sz="1600" i="1"/>
              <a:t>bit-stream image or a byte-for-byte copy. The image may be stored in a flat file such as a </a:t>
            </a:r>
            <a:r>
              <a:rPr lang="en-US" sz="1600" i="1">
                <a:solidFill>
                  <a:srgbClr val="FFC000"/>
                </a:solidFill>
              </a:rPr>
              <a:t>raw “dd” image</a:t>
            </a:r>
            <a:r>
              <a:rPr lang="en-US" sz="1600" i="1"/>
              <a:t>, or in a </a:t>
            </a:r>
            <a:r>
              <a:rPr lang="en-US" sz="1600" i="1">
                <a:solidFill>
                  <a:srgbClr val="FFC000"/>
                </a:solidFill>
              </a:rPr>
              <a:t>compound evidence file </a:t>
            </a:r>
            <a:r>
              <a:rPr lang="en-US" sz="1600" i="1"/>
              <a:t>such as an </a:t>
            </a:r>
            <a:r>
              <a:rPr lang="en-US" sz="1600" i="1">
                <a:solidFill>
                  <a:srgbClr val="FFC000"/>
                </a:solidFill>
              </a:rPr>
              <a:t>E01</a:t>
            </a:r>
            <a:r>
              <a:rPr lang="en-US" sz="1600" i="1"/>
              <a:t> (Figure 5.2) or </a:t>
            </a:r>
            <a:r>
              <a:rPr lang="en-US" sz="1600" i="1">
                <a:solidFill>
                  <a:srgbClr val="FFC000"/>
                </a:solidFill>
              </a:rPr>
              <a:t>AD1</a:t>
            </a:r>
            <a:r>
              <a:rPr lang="en-US" sz="1600" i="1"/>
              <a:t>.</a:t>
            </a:r>
          </a:p>
          <a:p>
            <a:pPr marL="579438" lvl="1" indent="-285750">
              <a:spcBef>
                <a:spcPts val="600"/>
              </a:spcBef>
              <a:spcAft>
                <a:spcPts val="600"/>
              </a:spcAft>
              <a:buClr>
                <a:srgbClr val="FFFF00"/>
              </a:buClr>
              <a:buFont typeface="Wingdings" pitchFamily="2" charset="2"/>
              <a:buChar char="ü"/>
            </a:pPr>
            <a:r>
              <a:rPr lang="en-US" sz="1600">
                <a:solidFill>
                  <a:srgbClr val="FFC000"/>
                </a:solidFill>
              </a:rPr>
              <a:t>Advantage to using a raw evidence file:  </a:t>
            </a:r>
            <a:r>
              <a:rPr lang="en-US" sz="1600"/>
              <a:t>Nearly every tool designed for analysis can read from a raw file or the file can be mounted as a disk image.</a:t>
            </a:r>
          </a:p>
          <a:p>
            <a:pPr marL="579438" lvl="1" indent="-285750">
              <a:spcBef>
                <a:spcPts val="600"/>
              </a:spcBef>
              <a:spcAft>
                <a:spcPts val="600"/>
              </a:spcAft>
              <a:buClr>
                <a:srgbClr val="FFFF00"/>
              </a:buClr>
              <a:buFont typeface="Wingdings" pitchFamily="2" charset="2"/>
              <a:buChar char="ü"/>
            </a:pPr>
            <a:r>
              <a:rPr lang="en-US" sz="1600">
                <a:solidFill>
                  <a:srgbClr val="FFC000"/>
                </a:solidFill>
              </a:rPr>
              <a:t>Disadvantages:</a:t>
            </a:r>
            <a:r>
              <a:rPr lang="en-US" sz="1600"/>
              <a:t> the image is </a:t>
            </a:r>
            <a:r>
              <a:rPr lang="en-US" sz="1600">
                <a:solidFill>
                  <a:srgbClr val="FFC000"/>
                </a:solidFill>
              </a:rPr>
              <a:t>not compressed</a:t>
            </a:r>
            <a:r>
              <a:rPr lang="en-US" sz="1600"/>
              <a:t>, it will use as much space as the original device, and linear </a:t>
            </a:r>
            <a:r>
              <a:rPr lang="en-US" sz="1600">
                <a:solidFill>
                  <a:srgbClr val="FFC000"/>
                </a:solidFill>
              </a:rPr>
              <a:t>searching can take longer </a:t>
            </a:r>
            <a:r>
              <a:rPr lang="en-US" sz="1600"/>
              <a:t>to perform.</a:t>
            </a:r>
          </a:p>
        </p:txBody>
      </p:sp>
      <p:sp>
        <p:nvSpPr>
          <p:cNvPr id="7" name="Rectangle 1026"/>
          <p:cNvSpPr txBox="1">
            <a:spLocks noChangeArrowheads="1"/>
          </p:cNvSpPr>
          <p:nvPr/>
        </p:nvSpPr>
        <p:spPr bwMode="auto">
          <a:xfrm>
            <a:off x="381000" y="152400"/>
            <a:ext cx="8458200" cy="639763"/>
          </a:xfrm>
          <a:prstGeom prst="rect">
            <a:avLst/>
          </a:prstGeom>
          <a:noFill/>
          <a:ln w="9525">
            <a:noFill/>
            <a:miter lim="800000"/>
          </a:ln>
          <a:effectLst/>
        </p:spPr>
        <p:txBody>
          <a:bodyPr anchor="ctr"/>
          <a:lstStyle/>
          <a:p>
            <a:pPr marL="0" lvl="1" algn="ctr">
              <a:defRPr/>
            </a:pP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5.2 Evidence</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Collection (contd.)</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p>
        </p:txBody>
      </p:sp>
      <p:pic>
        <p:nvPicPr>
          <p:cNvPr id="9220" name="Picture 2"/>
          <p:cNvPicPr>
            <a:picLocks noChangeAspect="1" noChangeArrowheads="1"/>
          </p:cNvPicPr>
          <p:nvPr/>
        </p:nvPicPr>
        <p:blipFill>
          <a:blip r:embed="rId3"/>
          <a:srcRect/>
          <a:stretch>
            <a:fillRect/>
          </a:stretch>
        </p:blipFill>
        <p:spPr bwMode="auto">
          <a:xfrm>
            <a:off x="5799138" y="4495800"/>
            <a:ext cx="3208337" cy="2209800"/>
          </a:xfrm>
          <a:prstGeom prst="rect">
            <a:avLst/>
          </a:prstGeom>
          <a:noFill/>
          <a:ln w="9525">
            <a:noFill/>
            <a:miter lim="800000"/>
            <a:headEnd/>
            <a:tailEnd/>
          </a:ln>
        </p:spPr>
      </p:pic>
      <p:sp>
        <p:nvSpPr>
          <p:cNvPr id="9221" name="Rectangle 4"/>
          <p:cNvSpPr>
            <a:spLocks noChangeArrowheads="1"/>
          </p:cNvSpPr>
          <p:nvPr/>
        </p:nvSpPr>
        <p:spPr bwMode="auto">
          <a:xfrm>
            <a:off x="76200" y="4572000"/>
            <a:ext cx="5791200" cy="1570038"/>
          </a:xfrm>
          <a:prstGeom prst="rect">
            <a:avLst/>
          </a:prstGeom>
          <a:noFill/>
          <a:ln w="9525">
            <a:noFill/>
            <a:miter lim="800000"/>
            <a:headEnd/>
            <a:tailEnd/>
          </a:ln>
        </p:spPr>
        <p:txBody>
          <a:bodyPr>
            <a:spAutoFit/>
          </a:bodyPr>
          <a:lstStyle/>
          <a:p>
            <a:pPr marL="579438" lvl="1" indent="-285750">
              <a:spcBef>
                <a:spcPts val="600"/>
              </a:spcBef>
              <a:spcAft>
                <a:spcPts val="600"/>
              </a:spcAft>
              <a:buClr>
                <a:srgbClr val="FFFF00"/>
              </a:buClr>
              <a:buFont typeface="Wingdings" pitchFamily="2" charset="2"/>
              <a:buChar char="ü"/>
            </a:pPr>
            <a:r>
              <a:rPr lang="en-US" sz="1600">
                <a:solidFill>
                  <a:srgbClr val="FFC000"/>
                </a:solidFill>
              </a:rPr>
              <a:t>Compound evidence file advantages</a:t>
            </a:r>
            <a:r>
              <a:rPr lang="en-US" sz="1600"/>
              <a:t> include the ability to </a:t>
            </a:r>
            <a:r>
              <a:rPr lang="en-US" sz="1600">
                <a:solidFill>
                  <a:srgbClr val="FFC000"/>
                </a:solidFill>
              </a:rPr>
              <a:t>segment the image </a:t>
            </a:r>
            <a:r>
              <a:rPr lang="en-US" sz="1600"/>
              <a:t>into “</a:t>
            </a:r>
            <a:r>
              <a:rPr lang="en-US" sz="1600">
                <a:solidFill>
                  <a:srgbClr val="FFC000"/>
                </a:solidFill>
              </a:rPr>
              <a:t>chunks</a:t>
            </a:r>
            <a:r>
              <a:rPr lang="en-US" sz="1600"/>
              <a:t>” for backup purposes or for keeping within a file system’s file size limitation. Evidence files can also be </a:t>
            </a:r>
            <a:r>
              <a:rPr lang="en-US" sz="1600">
                <a:solidFill>
                  <a:srgbClr val="FFC000"/>
                </a:solidFill>
              </a:rPr>
              <a:t>compressed and encrypted</a:t>
            </a:r>
            <a:r>
              <a:rPr lang="en-US" sz="1600"/>
              <a:t>, and segments can contain </a:t>
            </a:r>
            <a:r>
              <a:rPr lang="en-US" sz="1600">
                <a:solidFill>
                  <a:srgbClr val="FFC000"/>
                </a:solidFill>
              </a:rPr>
              <a:t>checksums</a:t>
            </a:r>
            <a:r>
              <a:rPr lang="en-US" sz="1600"/>
              <a:t> to help ensure validity.</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ChangeArrowheads="1"/>
          </p:cNvSpPr>
          <p:nvPr/>
        </p:nvSpPr>
        <p:spPr bwMode="auto">
          <a:xfrm>
            <a:off x="228600" y="1143000"/>
            <a:ext cx="8534400" cy="3786188"/>
          </a:xfrm>
          <a:prstGeom prst="rect">
            <a:avLst/>
          </a:prstGeom>
          <a:noFill/>
          <a:ln w="9525">
            <a:noFill/>
            <a:miter lim="800000"/>
            <a:headEnd/>
            <a:tailEnd/>
          </a:ln>
        </p:spPr>
        <p:txBody>
          <a:bodyPr>
            <a:spAutoFit/>
          </a:bodyPr>
          <a:lstStyle/>
          <a:p>
            <a:pPr marL="342900" indent="-342900">
              <a:spcBef>
                <a:spcPts val="600"/>
              </a:spcBef>
              <a:spcAft>
                <a:spcPts val="600"/>
              </a:spcAft>
              <a:buClr>
                <a:srgbClr val="FFFF00"/>
              </a:buClr>
              <a:buFont typeface="Wingdings" pitchFamily="2" charset="2"/>
              <a:buChar char="q"/>
            </a:pPr>
            <a:r>
              <a:rPr lang="en-US" sz="2000" b="1">
                <a:solidFill>
                  <a:srgbClr val="FFFF00"/>
                </a:solidFill>
              </a:rPr>
              <a:t>5.2.2 Forensic Copy</a:t>
            </a:r>
            <a:endParaRPr lang="en-US" sz="2000" b="1"/>
          </a:p>
          <a:p>
            <a:pPr marL="579438" lvl="1" indent="-285750">
              <a:spcBef>
                <a:spcPts val="600"/>
              </a:spcBef>
              <a:spcAft>
                <a:spcPts val="600"/>
              </a:spcAft>
              <a:buClr>
                <a:srgbClr val="FFFF00"/>
              </a:buClr>
              <a:buFont typeface="Wingdings" pitchFamily="2" charset="2"/>
              <a:buChar char="ü"/>
            </a:pPr>
            <a:r>
              <a:rPr lang="en-US"/>
              <a:t>A </a:t>
            </a:r>
            <a:r>
              <a:rPr lang="en-US">
                <a:solidFill>
                  <a:srgbClr val="FFC000"/>
                </a:solidFill>
              </a:rPr>
              <a:t>copy created in blocks </a:t>
            </a:r>
            <a:r>
              <a:rPr lang="en-US"/>
              <a:t>where </a:t>
            </a:r>
            <a:r>
              <a:rPr lang="en-US">
                <a:solidFill>
                  <a:srgbClr val="FFC000"/>
                </a:solidFill>
              </a:rPr>
              <a:t>every byte </a:t>
            </a:r>
            <a:r>
              <a:rPr lang="en-US"/>
              <a:t>is copied in the block, including </a:t>
            </a:r>
            <a:r>
              <a:rPr lang="en-US">
                <a:solidFill>
                  <a:srgbClr val="FFC000"/>
                </a:solidFill>
              </a:rPr>
              <a:t>unallocated bytes</a:t>
            </a:r>
            <a:r>
              <a:rPr lang="en-US"/>
              <a:t>. </a:t>
            </a:r>
          </a:p>
          <a:p>
            <a:pPr marL="579438" lvl="1" indent="-285750">
              <a:spcBef>
                <a:spcPts val="600"/>
              </a:spcBef>
              <a:spcAft>
                <a:spcPts val="600"/>
              </a:spcAft>
              <a:buClr>
                <a:srgbClr val="FFFF00"/>
              </a:buClr>
              <a:buFont typeface="Wingdings" pitchFamily="2" charset="2"/>
              <a:buChar char="ü"/>
            </a:pPr>
            <a:r>
              <a:rPr lang="en-US"/>
              <a:t>Similar to the way a </a:t>
            </a:r>
            <a:r>
              <a:rPr lang="en-US">
                <a:solidFill>
                  <a:srgbClr val="FFC000"/>
                </a:solidFill>
              </a:rPr>
              <a:t>forensic image </a:t>
            </a:r>
            <a:r>
              <a:rPr lang="en-US"/>
              <a:t>is created, but a </a:t>
            </a:r>
            <a:r>
              <a:rPr lang="en-US">
                <a:solidFill>
                  <a:srgbClr val="FFC000"/>
                </a:solidFill>
              </a:rPr>
              <a:t>forensic copy </a:t>
            </a:r>
            <a:r>
              <a:rPr lang="en-US"/>
              <a:t>is created on </a:t>
            </a:r>
            <a:r>
              <a:rPr lang="en-US">
                <a:solidFill>
                  <a:srgbClr val="FFC000"/>
                </a:solidFill>
              </a:rPr>
              <a:t>another drive the same size or larger than the original </a:t>
            </a:r>
            <a:r>
              <a:rPr lang="en-US"/>
              <a:t>rather than by creating an image file. </a:t>
            </a:r>
          </a:p>
          <a:p>
            <a:pPr marL="579438" lvl="1" indent="-285750">
              <a:spcBef>
                <a:spcPts val="600"/>
              </a:spcBef>
              <a:spcAft>
                <a:spcPts val="600"/>
              </a:spcAft>
              <a:buClr>
                <a:srgbClr val="FFFF00"/>
              </a:buClr>
              <a:buFont typeface="Wingdings" pitchFamily="2" charset="2"/>
              <a:buChar char="ü"/>
            </a:pPr>
            <a:r>
              <a:rPr lang="en-US">
                <a:solidFill>
                  <a:srgbClr val="FFC000"/>
                </a:solidFill>
              </a:rPr>
              <a:t>Common uses </a:t>
            </a:r>
            <a:r>
              <a:rPr lang="en-US"/>
              <a:t>of forensic copies include cases where </a:t>
            </a:r>
            <a:r>
              <a:rPr lang="en-US">
                <a:solidFill>
                  <a:srgbClr val="FFC000"/>
                </a:solidFill>
              </a:rPr>
              <a:t>a system needs to be booted</a:t>
            </a:r>
            <a:r>
              <a:rPr lang="en-US"/>
              <a:t> for various reasons such as </a:t>
            </a:r>
            <a:r>
              <a:rPr lang="en-US">
                <a:solidFill>
                  <a:srgbClr val="FFC000"/>
                </a:solidFill>
              </a:rPr>
              <a:t>utilizing a password to mount a volume</a:t>
            </a:r>
            <a:r>
              <a:rPr lang="en-US"/>
              <a:t>, </a:t>
            </a:r>
            <a:r>
              <a:rPr lang="en-US">
                <a:solidFill>
                  <a:srgbClr val="FFC000"/>
                </a:solidFill>
              </a:rPr>
              <a:t>running software natively</a:t>
            </a:r>
            <a:r>
              <a:rPr lang="en-US"/>
              <a:t>, or </a:t>
            </a:r>
            <a:r>
              <a:rPr lang="en-US">
                <a:solidFill>
                  <a:srgbClr val="FFC000"/>
                </a:solidFill>
              </a:rPr>
              <a:t>booting an uncommon OS</a:t>
            </a:r>
            <a:r>
              <a:rPr lang="en-US"/>
              <a:t>. </a:t>
            </a:r>
          </a:p>
          <a:p>
            <a:pPr marL="579438" lvl="1" indent="-285750">
              <a:spcBef>
                <a:spcPts val="600"/>
              </a:spcBef>
              <a:spcAft>
                <a:spcPts val="600"/>
              </a:spcAft>
              <a:buClr>
                <a:srgbClr val="FFFF00"/>
              </a:buClr>
              <a:buFont typeface="Wingdings" pitchFamily="2" charset="2"/>
              <a:buChar char="ü"/>
            </a:pPr>
            <a:r>
              <a:rPr lang="en-US"/>
              <a:t>The forensic copy can then be used in the system </a:t>
            </a:r>
            <a:r>
              <a:rPr lang="en-US">
                <a:solidFill>
                  <a:srgbClr val="FFC000"/>
                </a:solidFill>
              </a:rPr>
              <a:t>instead of the original evidence</a:t>
            </a:r>
            <a:r>
              <a:rPr lang="en-US"/>
              <a:t>.</a:t>
            </a:r>
          </a:p>
        </p:txBody>
      </p:sp>
      <p:sp>
        <p:nvSpPr>
          <p:cNvPr id="7" name="Rectangle 1026"/>
          <p:cNvSpPr txBox="1">
            <a:spLocks noChangeArrowheads="1"/>
          </p:cNvSpPr>
          <p:nvPr/>
        </p:nvSpPr>
        <p:spPr bwMode="auto">
          <a:xfrm>
            <a:off x="381000" y="152400"/>
            <a:ext cx="8458200" cy="639763"/>
          </a:xfrm>
          <a:prstGeom prst="rect">
            <a:avLst/>
          </a:prstGeom>
          <a:noFill/>
          <a:ln w="9525">
            <a:noFill/>
            <a:miter lim="800000"/>
          </a:ln>
          <a:effectLst/>
        </p:spPr>
        <p:txBody>
          <a:bodyPr anchor="ctr"/>
          <a:lstStyle/>
          <a:p>
            <a:pPr marL="0" lvl="1" algn="ctr">
              <a:defRPr/>
            </a:pP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5.2 Evidence</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r>
              <a:rPr lang="en-GB" sz="4000" b="1" kern="0" dirty="0">
                <a:solidFill>
                  <a:srgbClr val="18B2B6"/>
                </a:solidFill>
                <a:effectLst>
                  <a:outerShdw blurRad="38100" dist="38100" dir="2700000" algn="tl">
                    <a:srgbClr val="000000"/>
                  </a:outerShdw>
                </a:effectLst>
                <a:latin typeface="+mj-lt"/>
                <a:cs typeface="MS PGothic" panose="020B0600070205080204" pitchFamily="34" charset="-128"/>
              </a:rPr>
              <a:t>Collection (contd.)</a:t>
            </a:r>
            <a:r>
              <a:rPr lang="en-GB" sz="4000" kern="0" dirty="0">
                <a:solidFill>
                  <a:srgbClr val="18B2B6"/>
                </a:solidFill>
                <a:effectLst>
                  <a:outerShdw blurRad="38100" dist="38100" dir="2700000" algn="tl">
                    <a:srgbClr val="000000"/>
                  </a:outerShdw>
                </a:effectLst>
                <a:latin typeface="Arial" panose="020B0604020202020204" pitchFamily="34" charset="0"/>
                <a:cs typeface="MS PGothic" panose="020B0600070205080204" pitchFamily="34" charset="-128"/>
              </a:rPr>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74638"/>
            <a:ext cx="8229600" cy="747712"/>
          </a:xfrm>
        </p:spPr>
        <p:txBody>
          <a:bodyPr/>
          <a:lstStyle/>
          <a:p>
            <a:pPr>
              <a:defRPr/>
            </a:pPr>
            <a:r>
              <a:rPr lang="en-GB" sz="4000" b="1" dirty="0" smtClean="0">
                <a:solidFill>
                  <a:srgbClr val="18B2B6"/>
                </a:solidFill>
              </a:rPr>
              <a:t>5.3 Examination</a:t>
            </a:r>
          </a:p>
        </p:txBody>
      </p:sp>
      <p:sp>
        <p:nvSpPr>
          <p:cNvPr id="11267" name="Rectangle 5"/>
          <p:cNvSpPr>
            <a:spLocks noChangeArrowheads="1"/>
          </p:cNvSpPr>
          <p:nvPr/>
        </p:nvSpPr>
        <p:spPr bwMode="auto">
          <a:xfrm>
            <a:off x="381000" y="1295400"/>
            <a:ext cx="4473575" cy="5046663"/>
          </a:xfrm>
          <a:prstGeom prst="rect">
            <a:avLst/>
          </a:prstGeom>
          <a:noFill/>
          <a:ln w="9525">
            <a:noFill/>
            <a:miter lim="800000"/>
            <a:headEnd/>
            <a:tailEnd/>
          </a:ln>
        </p:spPr>
        <p:txBody>
          <a:bodyPr>
            <a:spAutoFit/>
          </a:bodyPr>
          <a:lstStyle/>
          <a:p>
            <a:pPr marL="342900" indent="-342900">
              <a:spcBef>
                <a:spcPts val="600"/>
              </a:spcBef>
              <a:spcAft>
                <a:spcPts val="600"/>
              </a:spcAft>
              <a:buClr>
                <a:srgbClr val="FFFF00"/>
              </a:buClr>
              <a:buFont typeface="Wingdings" pitchFamily="2" charset="2"/>
              <a:buChar char="q"/>
            </a:pPr>
            <a:r>
              <a:rPr lang="en-US" sz="2200" b="1" dirty="0">
                <a:solidFill>
                  <a:srgbClr val="FFFF00"/>
                </a:solidFill>
              </a:rPr>
              <a:t>5.3.1 Disk Structures</a:t>
            </a:r>
            <a:r>
              <a:rPr lang="en-US" sz="2200" b="1" dirty="0"/>
              <a:t>:</a:t>
            </a:r>
          </a:p>
          <a:p>
            <a:pPr marL="342900" indent="-342900">
              <a:spcBef>
                <a:spcPts val="600"/>
              </a:spcBef>
              <a:spcAft>
                <a:spcPts val="600"/>
              </a:spcAft>
              <a:buClr>
                <a:srgbClr val="FFFF00"/>
              </a:buClr>
              <a:buFont typeface="Wingdings" pitchFamily="2" charset="2"/>
              <a:buChar char="ü"/>
            </a:pPr>
            <a:r>
              <a:rPr lang="en-MY" sz="2000" dirty="0"/>
              <a:t>A disk is a device used to </a:t>
            </a:r>
            <a:r>
              <a:rPr lang="en-MY" sz="2000" dirty="0">
                <a:solidFill>
                  <a:srgbClr val="FFC000"/>
                </a:solidFill>
              </a:rPr>
              <a:t>store and retrieve data</a:t>
            </a:r>
            <a:r>
              <a:rPr lang="en-MY" sz="2000" dirty="0"/>
              <a:t> readable by a computer system. </a:t>
            </a:r>
          </a:p>
          <a:p>
            <a:pPr marL="342900" indent="-342900">
              <a:spcBef>
                <a:spcPts val="600"/>
              </a:spcBef>
              <a:spcAft>
                <a:spcPts val="600"/>
              </a:spcAft>
              <a:buClr>
                <a:srgbClr val="FFFF00"/>
              </a:buClr>
              <a:buFont typeface="Wingdings" pitchFamily="2" charset="2"/>
              <a:buChar char="ü"/>
            </a:pPr>
            <a:r>
              <a:rPr lang="en-MY" sz="2000" dirty="0"/>
              <a:t>The means of storing the data on a medium are typically </a:t>
            </a:r>
          </a:p>
          <a:p>
            <a:pPr marL="342900" indent="-342900">
              <a:spcBef>
                <a:spcPts val="600"/>
              </a:spcBef>
              <a:spcAft>
                <a:spcPts val="600"/>
              </a:spcAft>
              <a:buClr>
                <a:srgbClr val="FFFF00"/>
              </a:buClr>
            </a:pPr>
            <a:r>
              <a:rPr lang="en-MY" sz="2000" dirty="0"/>
              <a:t>      (1) </a:t>
            </a:r>
            <a:r>
              <a:rPr lang="en-MY" sz="2000" dirty="0">
                <a:solidFill>
                  <a:srgbClr val="FFFF00"/>
                </a:solidFill>
              </a:rPr>
              <a:t>magnetic</a:t>
            </a:r>
            <a:r>
              <a:rPr lang="en-MY" sz="2000" dirty="0"/>
              <a:t> – as with a hard disk, tape drive, or ﬂoppy diskette</a:t>
            </a:r>
          </a:p>
          <a:p>
            <a:pPr marL="342900" indent="-342900">
              <a:spcBef>
                <a:spcPts val="600"/>
              </a:spcBef>
              <a:spcAft>
                <a:spcPts val="600"/>
              </a:spcAft>
              <a:buClr>
                <a:srgbClr val="FFFF00"/>
              </a:buClr>
            </a:pPr>
            <a:r>
              <a:rPr lang="en-MY" sz="2000" dirty="0"/>
              <a:t>      (2) </a:t>
            </a:r>
            <a:r>
              <a:rPr lang="en-MY" sz="2000" dirty="0">
                <a:solidFill>
                  <a:srgbClr val="FFFF00"/>
                </a:solidFill>
              </a:rPr>
              <a:t>optic </a:t>
            </a:r>
            <a:r>
              <a:rPr lang="en-MY" sz="2000" dirty="0"/>
              <a:t>– as with a CD or DVD</a:t>
            </a:r>
          </a:p>
          <a:p>
            <a:pPr marL="342900" indent="-342900">
              <a:spcBef>
                <a:spcPts val="600"/>
              </a:spcBef>
              <a:spcAft>
                <a:spcPts val="600"/>
              </a:spcAft>
              <a:buClr>
                <a:srgbClr val="FFFF00"/>
              </a:buClr>
            </a:pPr>
            <a:r>
              <a:rPr lang="en-MY" sz="2000" dirty="0"/>
              <a:t>      (3) </a:t>
            </a:r>
            <a:r>
              <a:rPr lang="en-MY" sz="2000" dirty="0">
                <a:solidFill>
                  <a:srgbClr val="FFFF00"/>
                </a:solidFill>
              </a:rPr>
              <a:t>electronically programmable memory</a:t>
            </a:r>
            <a:r>
              <a:rPr lang="en-MY" sz="2000" dirty="0"/>
              <a:t> – such as with ﬂash drives or memory cards.</a:t>
            </a:r>
            <a:endParaRPr lang="en-US" sz="2000" dirty="0"/>
          </a:p>
          <a:p>
            <a:pPr marL="342900" indent="-342900">
              <a:spcBef>
                <a:spcPts val="600"/>
              </a:spcBef>
              <a:spcAft>
                <a:spcPts val="600"/>
              </a:spcAft>
              <a:buClr>
                <a:srgbClr val="FFFF00"/>
              </a:buClr>
            </a:pPr>
            <a:endParaRPr lang="en-US" sz="2000" dirty="0">
              <a:solidFill>
                <a:srgbClr val="FFFF00"/>
              </a:solidFill>
            </a:endParaRPr>
          </a:p>
        </p:txBody>
      </p:sp>
      <p:pic>
        <p:nvPicPr>
          <p:cNvPr id="11268" name="Content Placeholder 1"/>
          <p:cNvPicPr>
            <a:picLocks noGrp="1" noChangeAspect="1" noChangeArrowheads="1"/>
          </p:cNvPicPr>
          <p:nvPr>
            <p:ph idx="1"/>
          </p:nvPr>
        </p:nvPicPr>
        <p:blipFill>
          <a:blip r:embed="rId2"/>
          <a:srcRect/>
          <a:stretch>
            <a:fillRect/>
          </a:stretch>
        </p:blipFill>
        <p:spPr>
          <a:xfrm>
            <a:off x="4930775" y="1597025"/>
            <a:ext cx="4191000" cy="3627438"/>
          </a:xfr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body" idx="1"/>
          </p:nvPr>
        </p:nvSpPr>
        <p:spPr>
          <a:xfrm>
            <a:off x="152516" y="901067"/>
            <a:ext cx="5819590" cy="914376"/>
          </a:xfrm>
        </p:spPr>
        <p:txBody>
          <a:bodyPr/>
          <a:lstStyle/>
          <a:p>
            <a:pPr marL="342900" indent="-342900">
              <a:spcBef>
                <a:spcPts val="600"/>
              </a:spcBef>
              <a:spcAft>
                <a:spcPts val="600"/>
              </a:spcAft>
              <a:buClr>
                <a:srgbClr val="FFC000"/>
              </a:buClr>
              <a:buFont typeface="Wingdings" panose="05000000000000000000" charset="0"/>
              <a:buChar char="ü"/>
              <a:defRPr/>
            </a:pPr>
            <a:r>
              <a:rPr lang="en-MY" b="1" kern="1200" dirty="0" smtClean="0">
                <a:solidFill>
                  <a:srgbClr val="FFFF00"/>
                </a:solidFill>
                <a:cs typeface="+mn-cs"/>
              </a:rPr>
              <a:t>5.3.1.1 Physical</a:t>
            </a:r>
            <a:r>
              <a:rPr lang="en-MY" b="1" dirty="0" smtClean="0"/>
              <a:t> </a:t>
            </a:r>
            <a:r>
              <a:rPr lang="en-MY" b="1" kern="1200" dirty="0" smtClean="0">
                <a:solidFill>
                  <a:srgbClr val="FFFF00"/>
                </a:solidFill>
                <a:cs typeface="+mn-cs"/>
              </a:rPr>
              <a:t>Disk</a:t>
            </a:r>
            <a:r>
              <a:rPr lang="en-MY" b="1" dirty="0" smtClean="0"/>
              <a:t> </a:t>
            </a:r>
            <a:r>
              <a:rPr lang="en-MY" b="1" kern="1200" dirty="0" smtClean="0">
                <a:solidFill>
                  <a:srgbClr val="FFFF00"/>
                </a:solidFill>
                <a:cs typeface="+mn-cs"/>
              </a:rPr>
              <a:t>Structures:</a:t>
            </a:r>
            <a:endParaRPr lang="en-MY" dirty="0" smtClean="0"/>
          </a:p>
          <a:p>
            <a:pPr marL="573088" lvl="1" indent="-233363">
              <a:spcBef>
                <a:spcPts val="0"/>
              </a:spcBef>
              <a:buClr>
                <a:schemeClr val="tx1"/>
              </a:buClr>
              <a:buSzPct val="100000"/>
              <a:buFont typeface="Courier New" panose="02070309020205020404" pitchFamily="49" charset="0"/>
              <a:buChar char="o"/>
              <a:defRPr/>
            </a:pPr>
            <a:r>
              <a:rPr lang="en-MY" sz="1400" dirty="0" smtClean="0"/>
              <a:t>A physical drive is the </a:t>
            </a:r>
            <a:r>
              <a:rPr lang="en-MY" sz="1400" dirty="0" smtClean="0">
                <a:solidFill>
                  <a:srgbClr val="FFC000"/>
                </a:solidFill>
              </a:rPr>
              <a:t>entire disk device</a:t>
            </a:r>
            <a:r>
              <a:rPr lang="en-MY" sz="1400" dirty="0" smtClean="0"/>
              <a:t>. This includes the </a:t>
            </a:r>
            <a:r>
              <a:rPr lang="en-MY" sz="1400" dirty="0" smtClean="0">
                <a:solidFill>
                  <a:srgbClr val="FFC000"/>
                </a:solidFill>
              </a:rPr>
              <a:t>metal housing, platters, read-write heads, motor, </a:t>
            </a:r>
            <a:r>
              <a:rPr lang="en-MY" sz="1400" dirty="0" smtClean="0"/>
              <a:t>and </a:t>
            </a:r>
            <a:r>
              <a:rPr lang="en-US" sz="1400" dirty="0" smtClean="0">
                <a:solidFill>
                  <a:srgbClr val="FFC000"/>
                </a:solidFill>
              </a:rPr>
              <a:t>electronics.</a:t>
            </a:r>
            <a:endParaRPr lang="en-MY" sz="1400" dirty="0" smtClean="0">
              <a:solidFill>
                <a:srgbClr val="FFC000"/>
              </a:solidFill>
            </a:endParaRPr>
          </a:p>
        </p:txBody>
      </p:sp>
      <p:sp>
        <p:nvSpPr>
          <p:cNvPr id="6" name="Title 1"/>
          <p:cNvSpPr>
            <a:spLocks noGrp="1"/>
          </p:cNvSpPr>
          <p:nvPr>
            <p:ph type="title"/>
          </p:nvPr>
        </p:nvSpPr>
        <p:spPr>
          <a:xfrm>
            <a:off x="457308" y="66124"/>
            <a:ext cx="8229600" cy="747713"/>
          </a:xfrm>
        </p:spPr>
        <p:txBody>
          <a:bodyPr/>
          <a:lstStyle/>
          <a:p>
            <a:pPr algn="ctr">
              <a:defRPr/>
            </a:pPr>
            <a:r>
              <a:rPr lang="en-GB" sz="3600" dirty="0" smtClean="0">
                <a:solidFill>
                  <a:srgbClr val="18B2B6"/>
                </a:solidFill>
              </a:rPr>
              <a:t>5.3 Examination (contd.)</a:t>
            </a:r>
          </a:p>
        </p:txBody>
      </p:sp>
      <p:pic>
        <p:nvPicPr>
          <p:cNvPr id="12297" name="Picture 9" descr="550px-Hard_drive_geometry_-_English_-_2019-05-30.svg.png"/>
          <p:cNvPicPr>
            <a:picLocks noChangeAspect="1"/>
          </p:cNvPicPr>
          <p:nvPr/>
        </p:nvPicPr>
        <p:blipFill>
          <a:blip r:embed="rId2"/>
          <a:srcRect/>
          <a:stretch>
            <a:fillRect/>
          </a:stretch>
        </p:blipFill>
        <p:spPr bwMode="auto">
          <a:xfrm>
            <a:off x="152516" y="1981569"/>
            <a:ext cx="3476625" cy="2819400"/>
          </a:xfrm>
          <a:prstGeom prst="rect">
            <a:avLst/>
          </a:prstGeom>
          <a:noFill/>
          <a:ln w="9525">
            <a:noFill/>
            <a:miter lim="800000"/>
            <a:headEnd/>
            <a:tailEnd/>
          </a:ln>
        </p:spPr>
      </p:pic>
      <p:pic>
        <p:nvPicPr>
          <p:cNvPr id="11" name="Content Placeholder 9" descr="The disk platter contains 63 sectors and each concentric circle is known as track. There are 32 read or write heads and in total there are 1024 cylinders. Therefore, 1024 cylinders times, 32 heads times, 63 sectors = 2,064,384 sectors. One sector stores 512 bytes and a disk stores 1,056,964,608 or 1.056 g b.">
            <a:extLst>
              <a:ext uri="{FF2B5EF4-FFF2-40B4-BE49-F238E27FC236}">
                <a16:creationId xmlns:a16="http://schemas.microsoft.com/office/drawing/2014/main" xmlns="" id="{36381E7C-EF5C-4D4B-BDAE-EA2ABF61AD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3914"/>
          <a:stretch/>
        </p:blipFill>
        <p:spPr bwMode="auto">
          <a:xfrm>
            <a:off x="5972106" y="914466"/>
            <a:ext cx="3046412" cy="506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031610" y="5980291"/>
            <a:ext cx="2927404" cy="276999"/>
          </a:xfrm>
          <a:prstGeom prst="rect">
            <a:avLst/>
          </a:prstGeom>
        </p:spPr>
        <p:txBody>
          <a:bodyPr wrap="none">
            <a:spAutoFit/>
          </a:bodyPr>
          <a:lstStyle/>
          <a:p>
            <a:r>
              <a:rPr lang="en-MY" sz="1200" dirty="0" smtClean="0">
                <a:solidFill>
                  <a:srgbClr val="FFFF00"/>
                </a:solidFill>
              </a:rPr>
              <a:t>CHS (Cylinder-Head-Sector) Calculation</a:t>
            </a:r>
            <a:endParaRPr lang="en-US" sz="1200" dirty="0">
              <a:solidFill>
                <a:srgbClr val="FFFF00"/>
              </a:solidFill>
            </a:endParaRPr>
          </a:p>
        </p:txBody>
      </p:sp>
      <p:pic>
        <p:nvPicPr>
          <p:cNvPr id="13" name="Picture 4"/>
          <p:cNvPicPr>
            <a:picLocks noChangeAspect="1" noChangeArrowheads="1"/>
          </p:cNvPicPr>
          <p:nvPr/>
        </p:nvPicPr>
        <p:blipFill>
          <a:blip r:embed="rId4"/>
          <a:srcRect r="42662"/>
          <a:stretch>
            <a:fillRect/>
          </a:stretch>
        </p:blipFill>
        <p:spPr bwMode="auto">
          <a:xfrm>
            <a:off x="3720365" y="1981569"/>
            <a:ext cx="2155301" cy="410208"/>
          </a:xfrm>
          <a:prstGeom prst="rect">
            <a:avLst/>
          </a:prstGeom>
          <a:noFill/>
          <a:ln w="9525">
            <a:noFill/>
            <a:miter lim="800000"/>
            <a:headEnd/>
            <a:tailEnd/>
          </a:ln>
        </p:spPr>
      </p:pic>
      <p:pic>
        <p:nvPicPr>
          <p:cNvPr id="14" name="Picture 5"/>
          <p:cNvPicPr>
            <a:picLocks noChangeAspect="1" noChangeArrowheads="1"/>
          </p:cNvPicPr>
          <p:nvPr/>
        </p:nvPicPr>
        <p:blipFill>
          <a:blip r:embed="rId5"/>
          <a:srcRect r="48123" b="13016"/>
          <a:stretch>
            <a:fillRect/>
          </a:stretch>
        </p:blipFill>
        <p:spPr bwMode="auto">
          <a:xfrm>
            <a:off x="3683043" y="3352802"/>
            <a:ext cx="2235160" cy="431347"/>
          </a:xfrm>
          <a:prstGeom prst="rect">
            <a:avLst/>
          </a:prstGeom>
          <a:noFill/>
          <a:ln w="9525">
            <a:noFill/>
            <a:miter lim="800000"/>
            <a:headEnd/>
            <a:tailEnd/>
          </a:ln>
        </p:spPr>
      </p:pic>
      <p:sp>
        <p:nvSpPr>
          <p:cNvPr id="15" name="Rectangle 6"/>
          <p:cNvSpPr>
            <a:spLocks noChangeArrowheads="1"/>
          </p:cNvSpPr>
          <p:nvPr/>
        </p:nvSpPr>
        <p:spPr bwMode="auto">
          <a:xfrm>
            <a:off x="3733822" y="2416322"/>
            <a:ext cx="2104522" cy="707886"/>
          </a:xfrm>
          <a:prstGeom prst="rect">
            <a:avLst/>
          </a:prstGeom>
          <a:noFill/>
          <a:ln w="9525">
            <a:noFill/>
            <a:miter lim="800000"/>
            <a:headEnd/>
            <a:tailEnd/>
          </a:ln>
        </p:spPr>
        <p:txBody>
          <a:bodyPr wrap="square">
            <a:spAutoFit/>
          </a:bodyPr>
          <a:lstStyle/>
          <a:p>
            <a:pPr algn="ctr"/>
            <a:r>
              <a:rPr lang="en-US" sz="1000" b="1" dirty="0">
                <a:solidFill>
                  <a:srgbClr val="FFC000"/>
                </a:solidFill>
              </a:rPr>
              <a:t>On </a:t>
            </a:r>
            <a:r>
              <a:rPr lang="en-US" sz="1000" b="1" dirty="0">
                <a:solidFill>
                  <a:srgbClr val="FF0000"/>
                </a:solidFill>
              </a:rPr>
              <a:t>floppy diskettes</a:t>
            </a:r>
            <a:r>
              <a:rPr lang="en-US" sz="1000" b="1" dirty="0">
                <a:solidFill>
                  <a:srgbClr val="FFC000"/>
                </a:solidFill>
              </a:rPr>
              <a:t>, normally one sector would equal one cluster that normally contains 512 bytes of data</a:t>
            </a:r>
            <a:r>
              <a:rPr lang="en-US" sz="1000" b="1" dirty="0" smtClean="0">
                <a:solidFill>
                  <a:srgbClr val="FFC000"/>
                </a:solidFill>
              </a:rPr>
              <a:t>. </a:t>
            </a:r>
            <a:endParaRPr lang="en-US" sz="1000" b="1" dirty="0">
              <a:solidFill>
                <a:srgbClr val="FFC000"/>
              </a:solidFill>
            </a:endParaRPr>
          </a:p>
        </p:txBody>
      </p:sp>
      <p:sp>
        <p:nvSpPr>
          <p:cNvPr id="16" name="Rectangle 7"/>
          <p:cNvSpPr>
            <a:spLocks noChangeArrowheads="1"/>
          </p:cNvSpPr>
          <p:nvPr/>
        </p:nvSpPr>
        <p:spPr bwMode="auto">
          <a:xfrm>
            <a:off x="3664984" y="3784901"/>
            <a:ext cx="2253219" cy="1015663"/>
          </a:xfrm>
          <a:prstGeom prst="rect">
            <a:avLst/>
          </a:prstGeom>
          <a:noFill/>
          <a:ln w="9525">
            <a:noFill/>
            <a:miter lim="800000"/>
            <a:headEnd/>
            <a:tailEnd/>
          </a:ln>
        </p:spPr>
        <p:txBody>
          <a:bodyPr wrap="square">
            <a:spAutoFit/>
          </a:bodyPr>
          <a:lstStyle/>
          <a:p>
            <a:pPr algn="just"/>
            <a:r>
              <a:rPr lang="en-US" sz="1000" b="1" dirty="0">
                <a:solidFill>
                  <a:srgbClr val="FFC000"/>
                </a:solidFill>
              </a:rPr>
              <a:t>On most modern Windows systems with NTFS (New Technology File System) formatting, one cluster (by default) is often composed of eight sectors (4096 bytes, or 4Kb).</a:t>
            </a:r>
          </a:p>
        </p:txBody>
      </p:sp>
      <p:sp>
        <p:nvSpPr>
          <p:cNvPr id="3" name="Rectangle 2"/>
          <p:cNvSpPr/>
          <p:nvPr/>
        </p:nvSpPr>
        <p:spPr>
          <a:xfrm>
            <a:off x="116705" y="4877498"/>
            <a:ext cx="3615092" cy="369332"/>
          </a:xfrm>
          <a:prstGeom prst="rect">
            <a:avLst/>
          </a:prstGeom>
        </p:spPr>
        <p:txBody>
          <a:bodyPr wrap="none">
            <a:spAutoFit/>
          </a:bodyPr>
          <a:lstStyle/>
          <a:p>
            <a:pPr marL="285750" indent="-285750">
              <a:buFont typeface="Wingdings" panose="05000000000000000000" pitchFamily="2" charset="2"/>
              <a:buChar char="ü"/>
            </a:pPr>
            <a:r>
              <a:rPr lang="en-US" altLang="en-US" b="1" dirty="0">
                <a:solidFill>
                  <a:srgbClr val="FFFF00"/>
                </a:solidFill>
              </a:rPr>
              <a:t>Solid-State Storage </a:t>
            </a:r>
            <a:r>
              <a:rPr lang="en-US" altLang="en-US" b="1" dirty="0" smtClean="0">
                <a:solidFill>
                  <a:srgbClr val="FFFF00"/>
                </a:solidFill>
              </a:rPr>
              <a:t>Devices:</a:t>
            </a:r>
            <a:endParaRPr lang="en-US" b="1" dirty="0">
              <a:solidFill>
                <a:srgbClr val="FFFF00"/>
              </a:solidFill>
            </a:endParaRPr>
          </a:p>
        </p:txBody>
      </p:sp>
      <p:sp>
        <p:nvSpPr>
          <p:cNvPr id="18" name="Content Placeholder 2">
            <a:extLst>
              <a:ext uri="{FF2B5EF4-FFF2-40B4-BE49-F238E27FC236}">
                <a16:creationId xmlns:a16="http://schemas.microsoft.com/office/drawing/2014/main" xmlns="" id="{4A4987CD-419D-1D4B-B2BF-9226FC357D0F}"/>
              </a:ext>
            </a:extLst>
          </p:cNvPr>
          <p:cNvSpPr txBox="1">
            <a:spLocks/>
          </p:cNvSpPr>
          <p:nvPr/>
        </p:nvSpPr>
        <p:spPr bwMode="auto">
          <a:xfrm>
            <a:off x="304912" y="5247252"/>
            <a:ext cx="5613843" cy="1382064"/>
          </a:xfrm>
          <a:prstGeom prst="rect">
            <a:avLst/>
          </a:prstGeom>
          <a:noFill/>
          <a:ln w="9525">
            <a:noFill/>
            <a:miter lim="800000"/>
          </a:ln>
          <a:effectLst/>
        </p:spPr>
        <p:txBody>
          <a:bodyPr vert="horz" wrap="square" lIns="91440" tIns="45720" rIns="91440" bIns="45720" numCol="1" anchor="b" anchorCtr="0" compatLnSpc="1"/>
          <a:lstStyle>
            <a:lvl1pPr marL="0" indent="0" algn="l" rtl="0" eaLnBrk="0" fontAlgn="base" hangingPunct="0">
              <a:spcBef>
                <a:spcPct val="20000"/>
              </a:spcBef>
              <a:spcAft>
                <a:spcPct val="0"/>
              </a:spcAft>
              <a:buClr>
                <a:schemeClr val="hlink"/>
              </a:buClr>
              <a:buFont typeface="Wingdings" pitchFamily="2" charset="2"/>
              <a:buNone/>
              <a:defRPr sz="2000">
                <a:solidFill>
                  <a:schemeClr val="tx1"/>
                </a:solidFill>
                <a:effectLst>
                  <a:outerShdw blurRad="38100" dist="38100" dir="2700000" algn="tl">
                    <a:srgbClr val="000000"/>
                  </a:outerShdw>
                </a:effectLst>
                <a:latin typeface="+mn-lt"/>
                <a:ea typeface="MS PGothic" panose="020B0600070205080204" pitchFamily="34" charset="-128"/>
                <a:cs typeface="MS PGothic" panose="020B0600070205080204" pitchFamily="34" charset="-128"/>
              </a:defRPr>
            </a:lvl1pPr>
            <a:lvl2pPr marL="457200" indent="0" algn="l" rtl="0" eaLnBrk="0" fontAlgn="base" hangingPunct="0">
              <a:spcBef>
                <a:spcPct val="20000"/>
              </a:spcBef>
              <a:spcAft>
                <a:spcPct val="0"/>
              </a:spcAft>
              <a:buClr>
                <a:schemeClr val="folHlink"/>
              </a:buClr>
              <a:buSzPct val="50000"/>
              <a:buFont typeface="Wingdings" pitchFamily="2" charset="2"/>
              <a:buNone/>
              <a:defRPr sz="1800">
                <a:solidFill>
                  <a:schemeClr val="tx1"/>
                </a:solidFill>
                <a:effectLst>
                  <a:outerShdw blurRad="38100" dist="38100" dir="2700000" algn="tl">
                    <a:srgbClr val="000000"/>
                  </a:outerShdw>
                </a:effectLst>
                <a:latin typeface="+mn-lt"/>
                <a:ea typeface="MS PGothic" panose="020B0600070205080204" pitchFamily="34" charset="-128"/>
              </a:defRPr>
            </a:lvl2pPr>
            <a:lvl3pPr marL="914400" indent="0" algn="l" rtl="0" eaLnBrk="0" fontAlgn="base" hangingPunct="0">
              <a:spcBef>
                <a:spcPct val="20000"/>
              </a:spcBef>
              <a:spcAft>
                <a:spcPct val="0"/>
              </a:spcAft>
              <a:buClr>
                <a:schemeClr val="hlink"/>
              </a:buClr>
              <a:buFont typeface="Wingdings" pitchFamily="2" charset="2"/>
              <a:buNone/>
              <a:defRPr sz="1600">
                <a:solidFill>
                  <a:schemeClr val="tx1"/>
                </a:solidFill>
                <a:effectLst>
                  <a:outerShdw blurRad="38100" dist="38100" dir="2700000" algn="tl">
                    <a:srgbClr val="000000"/>
                  </a:outerShdw>
                </a:effectLst>
                <a:latin typeface="+mn-lt"/>
                <a:ea typeface="MS PGothic" panose="020B0600070205080204" pitchFamily="34" charset="-128"/>
              </a:defRPr>
            </a:lvl3pPr>
            <a:lvl4pPr marL="1371600" indent="0" algn="l" rtl="0" eaLnBrk="0" fontAlgn="base" hangingPunct="0">
              <a:spcBef>
                <a:spcPct val="20000"/>
              </a:spcBef>
              <a:spcAft>
                <a:spcPct val="0"/>
              </a:spcAft>
              <a:buClr>
                <a:schemeClr val="folHlink"/>
              </a:buClr>
              <a:buSzPct val="50000"/>
              <a:buFont typeface="Wingdings" pitchFamily="2" charset="2"/>
              <a:buNone/>
              <a:defRPr sz="1400">
                <a:solidFill>
                  <a:schemeClr val="tx1"/>
                </a:solidFill>
                <a:effectLst>
                  <a:outerShdw blurRad="38100" dist="38100" dir="2700000" algn="tl">
                    <a:srgbClr val="000000"/>
                  </a:outerShdw>
                </a:effectLst>
                <a:latin typeface="+mn-lt"/>
                <a:ea typeface="MS PGothic" panose="020B0600070205080204" pitchFamily="34" charset="-128"/>
              </a:defRPr>
            </a:lvl4pPr>
            <a:lvl5pPr marL="1828800" indent="0" algn="l" rtl="0" eaLnBrk="0" fontAlgn="base" hangingPunct="0">
              <a:spcBef>
                <a:spcPct val="20000"/>
              </a:spcBef>
              <a:spcAft>
                <a:spcPct val="0"/>
              </a:spcAft>
              <a:buClr>
                <a:schemeClr val="hlink"/>
              </a:buClr>
              <a:buFont typeface="Wingdings" pitchFamily="2" charset="2"/>
              <a:buNone/>
              <a:defRPr sz="1400">
                <a:solidFill>
                  <a:schemeClr val="tx1"/>
                </a:solidFill>
                <a:effectLst>
                  <a:outerShdw blurRad="38100" dist="38100" dir="2700000" algn="tl">
                    <a:srgbClr val="000000"/>
                  </a:outerShdw>
                </a:effectLst>
                <a:latin typeface="+mn-lt"/>
                <a:ea typeface="MS PGothic" panose="020B0600070205080204" pitchFamily="34" charset="-128"/>
              </a:defRPr>
            </a:lvl5pPr>
            <a:lvl6pPr marL="22860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6pPr>
            <a:lvl7pPr marL="27432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7pPr>
            <a:lvl8pPr marL="32004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8pPr>
            <a:lvl9pPr marL="36576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9pPr>
          </a:lstStyle>
          <a:p>
            <a:pPr marL="285750" indent="-285750" eaLnBrk="1" hangingPunct="1">
              <a:buClr>
                <a:schemeClr val="tx1"/>
              </a:buClr>
              <a:buFont typeface="Courier New" panose="02070309020205020404" pitchFamily="49" charset="0"/>
              <a:buChar char="o"/>
            </a:pPr>
            <a:r>
              <a:rPr lang="en-US" altLang="en-US" sz="1400" kern="0" dirty="0" smtClean="0"/>
              <a:t>All </a:t>
            </a:r>
            <a:r>
              <a:rPr lang="en-US" altLang="en-US" sz="1400" kern="0" dirty="0" smtClean="0">
                <a:solidFill>
                  <a:srgbClr val="FFC000"/>
                </a:solidFill>
              </a:rPr>
              <a:t>flash memory devices </a:t>
            </a:r>
            <a:r>
              <a:rPr lang="en-US" altLang="en-US" sz="1400" kern="0" dirty="0" smtClean="0"/>
              <a:t>have a feature called </a:t>
            </a:r>
            <a:r>
              <a:rPr lang="en-US" altLang="en-US" sz="1400" b="1" kern="0" dirty="0" smtClean="0">
                <a:solidFill>
                  <a:srgbClr val="FFC000"/>
                </a:solidFill>
              </a:rPr>
              <a:t>wear-leveling</a:t>
            </a:r>
          </a:p>
          <a:p>
            <a:pPr marL="742950" lvl="1" indent="-285750" eaLnBrk="1" hangingPunct="1">
              <a:buClr>
                <a:schemeClr val="tx1"/>
              </a:buClr>
              <a:buFont typeface="Courier New" panose="02070309020205020404" pitchFamily="49" charset="0"/>
              <a:buChar char="o"/>
            </a:pPr>
            <a:r>
              <a:rPr lang="en-US" altLang="en-US" sz="1200" kern="0" dirty="0" smtClean="0"/>
              <a:t>An </a:t>
            </a:r>
            <a:r>
              <a:rPr lang="en-US" altLang="en-US" sz="1200" kern="0" dirty="0" smtClean="0">
                <a:solidFill>
                  <a:srgbClr val="FFC000"/>
                </a:solidFill>
              </a:rPr>
              <a:t>internal firmware </a:t>
            </a:r>
            <a:r>
              <a:rPr lang="en-US" altLang="en-US" sz="1200" kern="0" dirty="0" smtClean="0"/>
              <a:t>feature used in solid-state drives that ensures </a:t>
            </a:r>
            <a:r>
              <a:rPr lang="en-US" altLang="en-US" sz="1200" kern="0" dirty="0" smtClean="0">
                <a:solidFill>
                  <a:srgbClr val="FFC000"/>
                </a:solidFill>
              </a:rPr>
              <a:t>even wear of read/writes </a:t>
            </a:r>
            <a:r>
              <a:rPr lang="en-US" altLang="en-US" sz="1200" kern="0" dirty="0" smtClean="0"/>
              <a:t>for all memory cells</a:t>
            </a:r>
          </a:p>
          <a:p>
            <a:pPr marL="285750" indent="-285750" eaLnBrk="1" hangingPunct="1">
              <a:buClr>
                <a:schemeClr val="tx1"/>
              </a:buClr>
              <a:buFont typeface="Courier New" panose="02070309020205020404" pitchFamily="49" charset="0"/>
              <a:buChar char="o"/>
            </a:pPr>
            <a:r>
              <a:rPr lang="en-US" altLang="en-US" sz="1400" kern="0" dirty="0" smtClean="0"/>
              <a:t>When dealing with solid-state devices, </a:t>
            </a:r>
            <a:r>
              <a:rPr lang="en-US" altLang="en-US" sz="1400" kern="0" dirty="0" smtClean="0">
                <a:solidFill>
                  <a:srgbClr val="FFC000"/>
                </a:solidFill>
              </a:rPr>
              <a:t>making a full forensic copy as soon as possible </a:t>
            </a:r>
            <a:r>
              <a:rPr lang="en-US" altLang="en-US" sz="1400" kern="0" dirty="0" smtClean="0"/>
              <a:t>is crucial</a:t>
            </a:r>
          </a:p>
          <a:p>
            <a:pPr marL="742950" lvl="1" indent="-285750" eaLnBrk="1" hangingPunct="1">
              <a:buClr>
                <a:schemeClr val="tx1"/>
              </a:buClr>
              <a:buFont typeface="Courier New" panose="02070309020205020404" pitchFamily="49" charset="0"/>
              <a:buChar char="o"/>
            </a:pPr>
            <a:r>
              <a:rPr lang="en-US" altLang="en-US" sz="1200" kern="0" dirty="0" smtClean="0"/>
              <a:t>In case you need to </a:t>
            </a:r>
            <a:r>
              <a:rPr lang="en-US" altLang="en-US" sz="1200" kern="0" dirty="0" smtClean="0">
                <a:solidFill>
                  <a:srgbClr val="FFC000"/>
                </a:solidFill>
              </a:rPr>
              <a:t>recover data </a:t>
            </a:r>
            <a:r>
              <a:rPr lang="en-US" altLang="en-US" sz="1200" kern="0" dirty="0" smtClean="0"/>
              <a:t>from </a:t>
            </a:r>
            <a:r>
              <a:rPr lang="en-US" altLang="en-US" sz="1200" kern="0" dirty="0" smtClean="0">
                <a:solidFill>
                  <a:srgbClr val="FFC000"/>
                </a:solidFill>
              </a:rPr>
              <a:t>unallocated disk space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152400"/>
            <a:ext cx="8229600" cy="747713"/>
          </a:xfrm>
        </p:spPr>
        <p:txBody>
          <a:bodyPr/>
          <a:lstStyle/>
          <a:p>
            <a:pPr algn="ctr">
              <a:defRPr/>
            </a:pPr>
            <a:r>
              <a:rPr lang="en-GB" sz="3600" dirty="0" smtClean="0">
                <a:solidFill>
                  <a:srgbClr val="18B2B6"/>
                </a:solidFill>
              </a:rPr>
              <a:t>5.3 Examination (contd.)</a:t>
            </a:r>
          </a:p>
        </p:txBody>
      </p:sp>
      <p:pic>
        <p:nvPicPr>
          <p:cNvPr id="11" name="Picture 2"/>
          <p:cNvPicPr>
            <a:picLocks noChangeAspect="1" noChangeArrowheads="1"/>
          </p:cNvPicPr>
          <p:nvPr/>
        </p:nvPicPr>
        <p:blipFill>
          <a:blip r:embed="rId2"/>
          <a:srcRect/>
          <a:stretch>
            <a:fillRect/>
          </a:stretch>
        </p:blipFill>
        <p:spPr bwMode="auto">
          <a:xfrm>
            <a:off x="838298" y="762070"/>
            <a:ext cx="7192880" cy="2115553"/>
          </a:xfrm>
          <a:prstGeom prst="rect">
            <a:avLst/>
          </a:prstGeom>
          <a:noFill/>
          <a:ln w="9525">
            <a:noFill/>
            <a:miter lim="800000"/>
            <a:headEnd/>
            <a:tailEnd/>
          </a:ln>
        </p:spPr>
      </p:pic>
      <p:sp>
        <p:nvSpPr>
          <p:cNvPr id="2" name="Rectangle 1"/>
          <p:cNvSpPr/>
          <p:nvPr/>
        </p:nvSpPr>
        <p:spPr>
          <a:xfrm>
            <a:off x="1364121" y="2971812"/>
            <a:ext cx="6141233" cy="461665"/>
          </a:xfrm>
          <a:prstGeom prst="rect">
            <a:avLst/>
          </a:prstGeom>
        </p:spPr>
        <p:txBody>
          <a:bodyPr wrap="none">
            <a:spAutoFit/>
          </a:bodyPr>
          <a:lstStyle/>
          <a:p>
            <a:pPr>
              <a:spcBef>
                <a:spcPts val="600"/>
              </a:spcBef>
              <a:spcAft>
                <a:spcPts val="600"/>
              </a:spcAft>
              <a:buClr>
                <a:srgbClr val="FFFF00"/>
              </a:buClr>
            </a:pPr>
            <a:r>
              <a:rPr lang="en-US" sz="2400" b="1" dirty="0" err="1" smtClean="0"/>
              <a:t>Hexdump</a:t>
            </a:r>
            <a:r>
              <a:rPr lang="en-US" sz="2400" b="1" dirty="0" smtClean="0"/>
              <a:t> Analysis (</a:t>
            </a:r>
            <a:r>
              <a:rPr lang="en-US" sz="2400" b="1" dirty="0" smtClean="0">
                <a:solidFill>
                  <a:srgbClr val="FFC000"/>
                </a:solidFill>
              </a:rPr>
              <a:t>Some preliminaries</a:t>
            </a:r>
            <a:r>
              <a:rPr lang="en-US" sz="2400" b="1" dirty="0" smtClean="0"/>
              <a:t>) </a:t>
            </a:r>
            <a:endParaRPr lang="en-US" sz="2400" b="1" dirty="0"/>
          </a:p>
        </p:txBody>
      </p:sp>
      <p:sp>
        <p:nvSpPr>
          <p:cNvPr id="3" name="Rectangle 2"/>
          <p:cNvSpPr/>
          <p:nvPr/>
        </p:nvSpPr>
        <p:spPr>
          <a:xfrm>
            <a:off x="762100" y="3613666"/>
            <a:ext cx="8000790" cy="1661993"/>
          </a:xfrm>
          <a:prstGeom prst="rect">
            <a:avLst/>
          </a:prstGeom>
        </p:spPr>
        <p:txBody>
          <a:bodyPr wrap="square">
            <a:spAutoFit/>
          </a:bodyPr>
          <a:lstStyle/>
          <a:p>
            <a:pPr marL="285750" indent="-285750">
              <a:spcBef>
                <a:spcPts val="600"/>
              </a:spcBef>
              <a:spcAft>
                <a:spcPts val="600"/>
              </a:spcAft>
              <a:buFont typeface="Wingdings" pitchFamily="2" charset="2"/>
              <a:buChar char="ü"/>
            </a:pPr>
            <a:r>
              <a:rPr lang="en-US" dirty="0">
                <a:solidFill>
                  <a:srgbClr val="FFFF00"/>
                </a:solidFill>
              </a:rPr>
              <a:t>Converting Between </a:t>
            </a:r>
            <a:r>
              <a:rPr lang="en-US" dirty="0" smtClean="0">
                <a:solidFill>
                  <a:srgbClr val="FFFF00"/>
                </a:solidFill>
              </a:rPr>
              <a:t>Bases </a:t>
            </a:r>
            <a:r>
              <a:rPr lang="en-US" dirty="0" smtClean="0"/>
              <a:t>(Decimal, Binary, Hexadecimal)</a:t>
            </a:r>
          </a:p>
          <a:p>
            <a:pPr marL="742950" lvl="1" indent="-285750">
              <a:spcBef>
                <a:spcPts val="600"/>
              </a:spcBef>
              <a:spcAft>
                <a:spcPts val="600"/>
              </a:spcAft>
              <a:buFont typeface="Courier New" pitchFamily="49" charset="0"/>
              <a:buChar char="o"/>
            </a:pPr>
            <a:r>
              <a:rPr lang="en-US" dirty="0">
                <a:solidFill>
                  <a:srgbClr val="FFC000"/>
                </a:solidFill>
              </a:rPr>
              <a:t>0x98</a:t>
            </a:r>
            <a:r>
              <a:rPr lang="en-US" dirty="0"/>
              <a:t> to binary</a:t>
            </a:r>
            <a:endParaRPr lang="en-US" dirty="0" smtClean="0"/>
          </a:p>
          <a:p>
            <a:pPr marL="285750" indent="-285750">
              <a:spcBef>
                <a:spcPts val="600"/>
              </a:spcBef>
              <a:spcAft>
                <a:spcPts val="600"/>
              </a:spcAft>
              <a:buFont typeface="Wingdings" pitchFamily="2" charset="2"/>
              <a:buChar char="ü"/>
            </a:pPr>
            <a:r>
              <a:rPr lang="en-US" dirty="0">
                <a:solidFill>
                  <a:srgbClr val="FFFF00"/>
                </a:solidFill>
              </a:rPr>
              <a:t>Organizing multiple-byte values </a:t>
            </a:r>
            <a:r>
              <a:rPr lang="en-US" dirty="0"/>
              <a:t>(</a:t>
            </a:r>
            <a:r>
              <a:rPr lang="en-US" dirty="0" smtClean="0"/>
              <a:t>Big-endian vs. Little-endian)</a:t>
            </a:r>
          </a:p>
          <a:p>
            <a:pPr marL="285750" indent="-285750">
              <a:spcBef>
                <a:spcPts val="600"/>
              </a:spcBef>
              <a:spcAft>
                <a:spcPts val="600"/>
              </a:spcAft>
              <a:buFont typeface="Wingdings" pitchFamily="2" charset="2"/>
              <a:buChar char="ü"/>
            </a:pPr>
            <a:r>
              <a:rPr lang="en-US" dirty="0" smtClean="0">
                <a:solidFill>
                  <a:srgbClr val="FFFF00"/>
                </a:solidFill>
              </a:rPr>
              <a:t>CHS </a:t>
            </a:r>
            <a:r>
              <a:rPr lang="en-US" dirty="0" err="1" smtClean="0">
                <a:solidFill>
                  <a:srgbClr val="FFFF00"/>
                </a:solidFill>
              </a:rPr>
              <a:t>vs</a:t>
            </a:r>
            <a:r>
              <a:rPr lang="en-US" dirty="0" smtClean="0">
                <a:solidFill>
                  <a:srgbClr val="FFFF00"/>
                </a:solidFill>
              </a:rPr>
              <a:t> Logical Block Address (LBA)</a:t>
            </a:r>
            <a:endParaRPr lang="en-US" dirty="0">
              <a:solidFill>
                <a:srgbClr val="FFFF00"/>
              </a:solidFill>
            </a:endParaRPr>
          </a:p>
        </p:txBody>
      </p:sp>
    </p:spTree>
    <p:extLst>
      <p:ext uri="{BB962C8B-B14F-4D97-AF65-F5344CB8AC3E}">
        <p14:creationId xmlns:p14="http://schemas.microsoft.com/office/powerpoint/2010/main" val="32487189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152400"/>
            <a:ext cx="8229600" cy="747713"/>
          </a:xfrm>
        </p:spPr>
        <p:txBody>
          <a:bodyPr/>
          <a:lstStyle/>
          <a:p>
            <a:pPr algn="ctr">
              <a:defRPr/>
            </a:pPr>
            <a:r>
              <a:rPr lang="en-GB" sz="3600" dirty="0" smtClean="0">
                <a:solidFill>
                  <a:srgbClr val="18B2B6"/>
                </a:solidFill>
              </a:rPr>
              <a:t>5.3 Examination (contd.)</a:t>
            </a:r>
          </a:p>
        </p:txBody>
      </p:sp>
      <p:sp>
        <p:nvSpPr>
          <p:cNvPr id="2" name="Rectangle 1"/>
          <p:cNvSpPr/>
          <p:nvPr/>
        </p:nvSpPr>
        <p:spPr>
          <a:xfrm>
            <a:off x="1524080" y="762070"/>
            <a:ext cx="6141233" cy="461665"/>
          </a:xfrm>
          <a:prstGeom prst="rect">
            <a:avLst/>
          </a:prstGeom>
        </p:spPr>
        <p:txBody>
          <a:bodyPr wrap="none">
            <a:spAutoFit/>
          </a:bodyPr>
          <a:lstStyle/>
          <a:p>
            <a:pPr>
              <a:spcBef>
                <a:spcPts val="600"/>
              </a:spcBef>
              <a:spcAft>
                <a:spcPts val="600"/>
              </a:spcAft>
              <a:buClr>
                <a:srgbClr val="FFFF00"/>
              </a:buClr>
            </a:pPr>
            <a:r>
              <a:rPr lang="en-US" sz="2400" b="1" dirty="0" err="1" smtClean="0">
                <a:solidFill>
                  <a:srgbClr val="FFFF00"/>
                </a:solidFill>
              </a:rPr>
              <a:t>Hexdump</a:t>
            </a:r>
            <a:r>
              <a:rPr lang="en-US" sz="2400" b="1" dirty="0" smtClean="0">
                <a:solidFill>
                  <a:srgbClr val="FFFF00"/>
                </a:solidFill>
              </a:rPr>
              <a:t> Analysis </a:t>
            </a:r>
            <a:r>
              <a:rPr lang="en-US" sz="2400" b="1" dirty="0" smtClean="0">
                <a:solidFill>
                  <a:srgbClr val="FFFFFF"/>
                </a:solidFill>
              </a:rPr>
              <a:t>(Some preliminaries) </a:t>
            </a:r>
            <a:endParaRPr lang="en-US" sz="2400" b="1" dirty="0">
              <a:solidFill>
                <a:srgbClr val="FFFFFF"/>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956" y="2895614"/>
            <a:ext cx="5715528" cy="2514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332" y="5461717"/>
            <a:ext cx="8600727" cy="1243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01" y="1371654"/>
            <a:ext cx="3156235" cy="180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77471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152400"/>
            <a:ext cx="8229600" cy="747713"/>
          </a:xfrm>
        </p:spPr>
        <p:txBody>
          <a:bodyPr/>
          <a:lstStyle/>
          <a:p>
            <a:pPr algn="ctr">
              <a:defRPr/>
            </a:pPr>
            <a:r>
              <a:rPr lang="en-GB" sz="3600" dirty="0" smtClean="0">
                <a:solidFill>
                  <a:srgbClr val="18B2B6"/>
                </a:solidFill>
              </a:rPr>
              <a:t>5.3 Examination (contd.)</a:t>
            </a:r>
          </a:p>
        </p:txBody>
      </p:sp>
      <p:sp>
        <p:nvSpPr>
          <p:cNvPr id="2" name="Rectangle 1"/>
          <p:cNvSpPr/>
          <p:nvPr/>
        </p:nvSpPr>
        <p:spPr>
          <a:xfrm>
            <a:off x="1524080" y="762070"/>
            <a:ext cx="6761403" cy="461665"/>
          </a:xfrm>
          <a:prstGeom prst="rect">
            <a:avLst/>
          </a:prstGeom>
        </p:spPr>
        <p:txBody>
          <a:bodyPr wrap="none">
            <a:spAutoFit/>
          </a:bodyPr>
          <a:lstStyle/>
          <a:p>
            <a:pPr>
              <a:spcBef>
                <a:spcPts val="600"/>
              </a:spcBef>
              <a:spcAft>
                <a:spcPts val="600"/>
              </a:spcAft>
              <a:buClr>
                <a:srgbClr val="FFFF00"/>
              </a:buClr>
            </a:pPr>
            <a:r>
              <a:rPr lang="en-US" sz="2400" b="1" dirty="0" err="1" smtClean="0">
                <a:solidFill>
                  <a:srgbClr val="FFFF00"/>
                </a:solidFill>
              </a:rPr>
              <a:t>Hexdump</a:t>
            </a:r>
            <a:r>
              <a:rPr lang="en-US" sz="2400" b="1" dirty="0" smtClean="0">
                <a:solidFill>
                  <a:srgbClr val="FFFF00"/>
                </a:solidFill>
              </a:rPr>
              <a:t> Analysis </a:t>
            </a:r>
            <a:r>
              <a:rPr lang="en-US" sz="2400" b="1" dirty="0" smtClean="0">
                <a:solidFill>
                  <a:srgbClr val="FFFFFF"/>
                </a:solidFill>
              </a:rPr>
              <a:t>(CHS to LBA conversion) </a:t>
            </a:r>
            <a:endParaRPr lang="en-US" sz="2400" b="1" dirty="0">
              <a:solidFill>
                <a:srgbClr val="FFFFFF"/>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10" y="1536837"/>
            <a:ext cx="4827867" cy="901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145" y="1423804"/>
            <a:ext cx="3836470" cy="1237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8126" y="3379813"/>
            <a:ext cx="6324435" cy="1507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113012" y="2875001"/>
            <a:ext cx="4586320" cy="461665"/>
          </a:xfrm>
          <a:prstGeom prst="rect">
            <a:avLst/>
          </a:prstGeom>
        </p:spPr>
        <p:txBody>
          <a:bodyPr wrap="none">
            <a:spAutoFit/>
          </a:bodyPr>
          <a:lstStyle/>
          <a:p>
            <a:r>
              <a:rPr lang="en-US" sz="2400" b="1" dirty="0" smtClean="0">
                <a:solidFill>
                  <a:srgbClr val="FFFF00"/>
                </a:solidFill>
              </a:rPr>
              <a:t>Example: </a:t>
            </a:r>
            <a:r>
              <a:rPr lang="en-US" sz="2400" b="1" dirty="0" smtClean="0"/>
              <a:t>Address conversion</a:t>
            </a:r>
            <a:endParaRPr lang="en-US" sz="2400" dirty="0"/>
          </a:p>
        </p:txBody>
      </p:sp>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636" y="5105356"/>
            <a:ext cx="8215413" cy="1354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51726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3000"/>
            <a:ext cx="8458200" cy="3048000"/>
          </a:xfrm>
        </p:spPr>
        <p:txBody>
          <a:bodyPr/>
          <a:lstStyle/>
          <a:p>
            <a:pPr marL="457200" indent="-457200">
              <a:spcBef>
                <a:spcPts val="600"/>
              </a:spcBef>
              <a:spcAft>
                <a:spcPts val="600"/>
              </a:spcAft>
              <a:buClr>
                <a:srgbClr val="FFC000"/>
              </a:buClr>
              <a:buFont typeface="Wingdings" pitchFamily="2" charset="2"/>
              <a:buChar char="q"/>
              <a:defRPr/>
            </a:pPr>
            <a:r>
              <a:rPr lang="en-MY" altLang="x-none" sz="2400" b="1" noProof="1" smtClean="0">
                <a:solidFill>
                  <a:srgbClr val="FFFF00"/>
                </a:solidFill>
                <a:effectLst/>
              </a:rPr>
              <a:t>5.3.1.2 Logical </a:t>
            </a:r>
            <a:r>
              <a:rPr lang="en-MY" altLang="x-none" sz="2400" b="1" noProof="1">
                <a:solidFill>
                  <a:srgbClr val="FFFF00"/>
                </a:solidFill>
                <a:effectLst/>
              </a:rPr>
              <a:t>Disk Structures</a:t>
            </a:r>
            <a:endParaRPr lang="en-MY" altLang="x-none" sz="2400" b="1" noProof="1">
              <a:solidFill>
                <a:srgbClr val="FFFF00"/>
              </a:solidFill>
              <a:effectLst>
                <a:outerShdw blurRad="38100" dist="38100" dir="2700000">
                  <a:srgbClr val="C0C0C0"/>
                </a:outerShdw>
              </a:effectLst>
            </a:endParaRPr>
          </a:p>
          <a:p>
            <a:pPr algn="just">
              <a:spcBef>
                <a:spcPts val="600"/>
              </a:spcBef>
              <a:spcAft>
                <a:spcPts val="600"/>
              </a:spcAft>
              <a:buClr>
                <a:srgbClr val="FFFF00"/>
              </a:buClr>
              <a:buFont typeface="Wingdings" pitchFamily="2" charset="2"/>
              <a:buChar char="ü"/>
              <a:defRPr/>
            </a:pPr>
            <a:r>
              <a:rPr lang="en-MY" altLang="x-none" sz="1800" noProof="1" smtClean="0">
                <a:effectLst>
                  <a:outerShdw blurRad="38100" dist="38100" dir="2700000">
                    <a:srgbClr val="C0C0C0"/>
                  </a:outerShdw>
                </a:effectLst>
              </a:rPr>
              <a:t> </a:t>
            </a:r>
            <a:r>
              <a:rPr lang="en-MY" altLang="x-none" sz="1800" noProof="1" smtClean="0">
                <a:effectLst/>
              </a:rPr>
              <a:t>Logical </a:t>
            </a:r>
            <a:r>
              <a:rPr lang="en-MY" altLang="x-none" sz="1800" noProof="1">
                <a:effectLst/>
              </a:rPr>
              <a:t>structures on a physical disk are required for the </a:t>
            </a:r>
            <a:r>
              <a:rPr lang="en-MY" altLang="x-none" sz="1800" noProof="1">
                <a:solidFill>
                  <a:srgbClr val="FFC000"/>
                </a:solidFill>
                <a:effectLst/>
              </a:rPr>
              <a:t>OS </a:t>
            </a:r>
            <a:r>
              <a:rPr lang="en-MY" altLang="x-none" sz="1800" noProof="1" smtClean="0">
                <a:solidFill>
                  <a:srgbClr val="FFC000"/>
                </a:solidFill>
                <a:effectLst/>
              </a:rPr>
              <a:t>to access </a:t>
            </a:r>
            <a:r>
              <a:rPr lang="en-MY" altLang="x-none" sz="1800" noProof="1">
                <a:solidFill>
                  <a:srgbClr val="FFC000"/>
                </a:solidFill>
                <a:effectLst/>
              </a:rPr>
              <a:t>the storage space </a:t>
            </a:r>
            <a:r>
              <a:rPr lang="en-MY" altLang="x-none" sz="1800" noProof="1">
                <a:effectLst/>
              </a:rPr>
              <a:t>on the physical </a:t>
            </a:r>
            <a:r>
              <a:rPr lang="en-MY" altLang="x-none" sz="1800" noProof="1" smtClean="0">
                <a:effectLst/>
              </a:rPr>
              <a:t>device.</a:t>
            </a:r>
          </a:p>
          <a:p>
            <a:pPr algn="just">
              <a:spcBef>
                <a:spcPts val="600"/>
              </a:spcBef>
              <a:spcAft>
                <a:spcPts val="600"/>
              </a:spcAft>
              <a:buClr>
                <a:srgbClr val="FFFF00"/>
              </a:buClr>
              <a:buFont typeface="Wingdings" pitchFamily="2" charset="2"/>
              <a:buChar char="ü"/>
              <a:defRPr/>
            </a:pPr>
            <a:r>
              <a:rPr lang="en-MY" altLang="x-none" sz="1800" noProof="1" smtClean="0">
                <a:effectLst/>
              </a:rPr>
              <a:t> The </a:t>
            </a:r>
            <a:r>
              <a:rPr lang="en-MY" altLang="x-none" sz="1800" noProof="1">
                <a:effectLst/>
              </a:rPr>
              <a:t>user </a:t>
            </a:r>
            <a:r>
              <a:rPr lang="en-MY" altLang="x-none" sz="1800" noProof="1">
                <a:solidFill>
                  <a:srgbClr val="FFC000"/>
                </a:solidFill>
                <a:effectLst/>
              </a:rPr>
              <a:t>must follow these steps </a:t>
            </a:r>
            <a:r>
              <a:rPr lang="en-MY" altLang="x-none" sz="1800" noProof="1">
                <a:effectLst/>
              </a:rPr>
              <a:t>to access the drive as storage media: </a:t>
            </a:r>
            <a:endParaRPr lang="en-MY" altLang="x-none" sz="1800" noProof="1" smtClean="0">
              <a:effectLst/>
            </a:endParaRPr>
          </a:p>
          <a:p>
            <a:pPr algn="just">
              <a:spcBef>
                <a:spcPts val="600"/>
              </a:spcBef>
              <a:spcAft>
                <a:spcPts val="600"/>
              </a:spcAft>
              <a:buClr>
                <a:srgbClr val="FFFF00"/>
              </a:buClr>
              <a:defRPr/>
            </a:pPr>
            <a:r>
              <a:rPr lang="en-MY" altLang="x-none" sz="1800" noProof="1" smtClean="0">
                <a:effectLst/>
              </a:rPr>
              <a:t>      1</a:t>
            </a:r>
            <a:r>
              <a:rPr lang="en-MY" altLang="x-none" sz="1800" noProof="1">
                <a:effectLst/>
              </a:rPr>
              <a:t>) </a:t>
            </a:r>
            <a:r>
              <a:rPr lang="en-MY" altLang="x-none" sz="1800" noProof="1">
                <a:solidFill>
                  <a:srgbClr val="00B0F0"/>
                </a:solidFill>
                <a:effectLst/>
              </a:rPr>
              <a:t>Create a partition table </a:t>
            </a:r>
            <a:r>
              <a:rPr lang="en-MY" altLang="x-none" sz="1800" noProof="1">
                <a:effectLst/>
              </a:rPr>
              <a:t>– either MBR or GPT – with a tool such as FDISK. </a:t>
            </a:r>
          </a:p>
          <a:p>
            <a:pPr>
              <a:spcBef>
                <a:spcPts val="600"/>
              </a:spcBef>
              <a:spcAft>
                <a:spcPts val="600"/>
              </a:spcAft>
              <a:defRPr/>
            </a:pPr>
            <a:r>
              <a:rPr lang="en-MY" altLang="x-none" sz="1800" noProof="1">
                <a:effectLst/>
              </a:rPr>
              <a:t>      </a:t>
            </a:r>
            <a:r>
              <a:rPr lang="en-MY" altLang="x-none" sz="1800" noProof="1" smtClean="0">
                <a:effectLst/>
              </a:rPr>
              <a:t>2</a:t>
            </a:r>
            <a:r>
              <a:rPr lang="en-MY" altLang="x-none" sz="1800" noProof="1">
                <a:effectLst/>
              </a:rPr>
              <a:t>) </a:t>
            </a:r>
            <a:r>
              <a:rPr lang="en-MY" altLang="x-none" sz="1800" noProof="1">
                <a:solidFill>
                  <a:srgbClr val="00B0F0"/>
                </a:solidFill>
                <a:effectLst/>
              </a:rPr>
              <a:t>Format the partition into a logical volume </a:t>
            </a:r>
            <a:r>
              <a:rPr lang="en-MY" altLang="x-none" sz="1800" noProof="1">
                <a:effectLst/>
              </a:rPr>
              <a:t>that contains a ﬁle system. </a:t>
            </a:r>
          </a:p>
          <a:p>
            <a:pPr>
              <a:spcBef>
                <a:spcPts val="600"/>
              </a:spcBef>
              <a:spcAft>
                <a:spcPts val="600"/>
              </a:spcAft>
              <a:defRPr/>
            </a:pPr>
            <a:r>
              <a:rPr lang="en-MY" altLang="x-none" sz="1800" noProof="1">
                <a:effectLst/>
              </a:rPr>
              <a:t>      </a:t>
            </a:r>
            <a:r>
              <a:rPr lang="en-MY" altLang="x-none" sz="1800" noProof="1" smtClean="0">
                <a:effectLst/>
              </a:rPr>
              <a:t>3</a:t>
            </a:r>
            <a:r>
              <a:rPr lang="en-MY" altLang="x-none" sz="1800" noProof="1">
                <a:effectLst/>
              </a:rPr>
              <a:t>) </a:t>
            </a:r>
            <a:r>
              <a:rPr lang="en-MY" altLang="x-none" sz="1800" noProof="1">
                <a:solidFill>
                  <a:srgbClr val="00B0F0"/>
                </a:solidFill>
                <a:effectLst/>
              </a:rPr>
              <a:t>Assign the partition</a:t>
            </a:r>
            <a:r>
              <a:rPr lang="en-MY" altLang="x-none" sz="1800" noProof="1">
                <a:effectLst/>
              </a:rPr>
              <a:t> a drive letter or mount point. </a:t>
            </a:r>
          </a:p>
        </p:txBody>
      </p:sp>
      <p:sp>
        <p:nvSpPr>
          <p:cNvPr id="4" name="Title 1"/>
          <p:cNvSpPr>
            <a:spLocks noGrp="1"/>
          </p:cNvSpPr>
          <p:nvPr>
            <p:ph type="title"/>
          </p:nvPr>
        </p:nvSpPr>
        <p:spPr>
          <a:xfrm>
            <a:off x="457200" y="381000"/>
            <a:ext cx="8229600" cy="747713"/>
          </a:xfrm>
        </p:spPr>
        <p:txBody>
          <a:bodyPr/>
          <a:lstStyle/>
          <a:p>
            <a:pPr algn="ctr">
              <a:defRPr/>
            </a:pPr>
            <a:r>
              <a:rPr lang="en-GB" sz="3600" dirty="0" smtClean="0">
                <a:solidFill>
                  <a:srgbClr val="18B2B6"/>
                </a:solidFill>
              </a:rPr>
              <a:t>5.3 Examination (contd.)</a:t>
            </a:r>
          </a:p>
        </p:txBody>
      </p:sp>
      <p:pic>
        <p:nvPicPr>
          <p:cNvPr id="14340" name="Picture 2"/>
          <p:cNvPicPr>
            <a:picLocks noChangeAspect="1" noChangeArrowheads="1"/>
          </p:cNvPicPr>
          <p:nvPr/>
        </p:nvPicPr>
        <p:blipFill>
          <a:blip r:embed="rId2"/>
          <a:srcRect/>
          <a:stretch>
            <a:fillRect/>
          </a:stretch>
        </p:blipFill>
        <p:spPr bwMode="auto">
          <a:xfrm>
            <a:off x="457200" y="4267200"/>
            <a:ext cx="8294688"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912" y="703739"/>
            <a:ext cx="7772400" cy="446088"/>
          </a:xfrm>
        </p:spPr>
        <p:txBody>
          <a:bodyPr/>
          <a:lstStyle/>
          <a:p>
            <a:pPr marL="342900" indent="-342900">
              <a:buClr>
                <a:srgbClr val="C00000"/>
              </a:buClr>
              <a:buFont typeface="Wingdings" panose="05000000000000000000" pitchFamily="2" charset="2"/>
              <a:buChar char="q"/>
              <a:defRPr/>
            </a:pPr>
            <a:r>
              <a:rPr lang="en-MY" sz="2200" dirty="0" smtClean="0">
                <a:solidFill>
                  <a:srgbClr val="FFFF00"/>
                </a:solidFill>
              </a:rPr>
              <a:t>  Logical Volumes, Sectors, and Advanced Format Drives </a:t>
            </a:r>
            <a:endParaRPr lang="en-MY" sz="2200" dirty="0">
              <a:solidFill>
                <a:srgbClr val="FFFF00"/>
              </a:solidFill>
            </a:endParaRPr>
          </a:p>
        </p:txBody>
      </p:sp>
      <p:pic>
        <p:nvPicPr>
          <p:cNvPr id="13316" name="Picture 3"/>
          <p:cNvPicPr>
            <a:picLocks noChangeAspect="1" noChangeArrowheads="1"/>
          </p:cNvPicPr>
          <p:nvPr/>
        </p:nvPicPr>
        <p:blipFill>
          <a:blip r:embed="rId2"/>
          <a:srcRect/>
          <a:stretch>
            <a:fillRect/>
          </a:stretch>
        </p:blipFill>
        <p:spPr bwMode="auto">
          <a:xfrm>
            <a:off x="304912" y="1237129"/>
            <a:ext cx="6172200" cy="2882900"/>
          </a:xfrm>
          <a:prstGeom prst="rect">
            <a:avLst/>
          </a:prstGeom>
          <a:noFill/>
          <a:ln w="9525">
            <a:noFill/>
            <a:miter lim="800000"/>
            <a:headEnd/>
            <a:tailEnd/>
          </a:ln>
        </p:spPr>
      </p:pic>
      <p:sp>
        <p:nvSpPr>
          <p:cNvPr id="5" name="Title 1"/>
          <p:cNvSpPr>
            <a:spLocks noGrp="1"/>
          </p:cNvSpPr>
          <p:nvPr>
            <p:ph type="title"/>
          </p:nvPr>
        </p:nvSpPr>
        <p:spPr>
          <a:xfrm>
            <a:off x="457200" y="152400"/>
            <a:ext cx="8229600" cy="533400"/>
          </a:xfrm>
        </p:spPr>
        <p:txBody>
          <a:bodyPr/>
          <a:lstStyle/>
          <a:p>
            <a:pPr algn="ctr">
              <a:defRPr/>
            </a:pPr>
            <a:r>
              <a:rPr lang="en-GB" sz="3200" dirty="0" smtClean="0">
                <a:solidFill>
                  <a:srgbClr val="18B2B6"/>
                </a:solidFill>
              </a:rPr>
              <a:t>5.3 Examination (contd.)</a:t>
            </a:r>
          </a:p>
        </p:txBody>
      </p:sp>
      <p:sp>
        <p:nvSpPr>
          <p:cNvPr id="13318" name="Rectangle 5"/>
          <p:cNvSpPr>
            <a:spLocks noChangeArrowheads="1"/>
          </p:cNvSpPr>
          <p:nvPr/>
        </p:nvSpPr>
        <p:spPr bwMode="auto">
          <a:xfrm>
            <a:off x="6553312" y="1300629"/>
            <a:ext cx="2438400" cy="2832100"/>
          </a:xfrm>
          <a:prstGeom prst="rect">
            <a:avLst/>
          </a:prstGeom>
          <a:noFill/>
          <a:ln w="9525">
            <a:noFill/>
            <a:miter lim="800000"/>
            <a:headEnd/>
            <a:tailEnd/>
          </a:ln>
        </p:spPr>
        <p:txBody>
          <a:bodyPr>
            <a:spAutoFit/>
          </a:bodyPr>
          <a:lstStyle/>
          <a:p>
            <a:pPr algn="just">
              <a:spcBef>
                <a:spcPts val="600"/>
              </a:spcBef>
              <a:spcAft>
                <a:spcPts val="600"/>
              </a:spcAft>
              <a:buFont typeface="Wingdings" pitchFamily="2" charset="2"/>
              <a:buChar char="ü"/>
            </a:pPr>
            <a:r>
              <a:rPr lang="en-US" sz="1400" b="1">
                <a:solidFill>
                  <a:srgbClr val="FFC000"/>
                </a:solidFill>
              </a:rPr>
              <a:t> </a:t>
            </a:r>
            <a:r>
              <a:rPr lang="en-US" sz="1400" b="1"/>
              <a:t>Formerly, logical volumes could only be </a:t>
            </a:r>
            <a:r>
              <a:rPr lang="en-US" sz="1400" b="1">
                <a:solidFill>
                  <a:srgbClr val="FFC000"/>
                </a:solidFill>
              </a:rPr>
              <a:t>created on a track boundary </a:t>
            </a:r>
            <a:r>
              <a:rPr lang="en-US" sz="1400" b="1"/>
              <a:t>– and volume can only start on sector </a:t>
            </a:r>
            <a:r>
              <a:rPr lang="en-US" sz="1400" b="1">
                <a:solidFill>
                  <a:srgbClr val="FFC000"/>
                </a:solidFill>
              </a:rPr>
              <a:t>63 and multiples</a:t>
            </a:r>
            <a:r>
              <a:rPr lang="en-US" sz="1400" b="1"/>
              <a:t>.</a:t>
            </a:r>
          </a:p>
          <a:p>
            <a:pPr algn="just">
              <a:spcBef>
                <a:spcPts val="600"/>
              </a:spcBef>
              <a:spcAft>
                <a:spcPts val="600"/>
              </a:spcAft>
              <a:buClr>
                <a:srgbClr val="FFC000"/>
              </a:buClr>
              <a:buFont typeface="Wingdings" pitchFamily="2" charset="2"/>
              <a:buChar char="ü"/>
            </a:pPr>
            <a:r>
              <a:rPr lang="en-US" sz="1400" b="1"/>
              <a:t> </a:t>
            </a:r>
            <a:r>
              <a:rPr lang="en-US" sz="1400" b="1">
                <a:solidFill>
                  <a:srgbClr val="FFC000"/>
                </a:solidFill>
              </a:rPr>
              <a:t>Advanced format drives </a:t>
            </a:r>
            <a:r>
              <a:rPr lang="en-US" sz="1400" b="1"/>
              <a:t>include </a:t>
            </a:r>
            <a:r>
              <a:rPr lang="en-US" sz="1400" b="1">
                <a:solidFill>
                  <a:srgbClr val="FFC000"/>
                </a:solidFill>
              </a:rPr>
              <a:t>4Kb (4096 byte) sectors</a:t>
            </a:r>
            <a:r>
              <a:rPr lang="en-US" sz="1400" b="1"/>
              <a:t>, Windows 7 or greater system will place the </a:t>
            </a:r>
            <a:r>
              <a:rPr lang="en-US" sz="1400" b="1">
                <a:solidFill>
                  <a:srgbClr val="FFC000"/>
                </a:solidFill>
              </a:rPr>
              <a:t>first volume at sector 2048</a:t>
            </a:r>
            <a:r>
              <a:rPr lang="en-US" sz="1400" b="1"/>
              <a:t>.</a:t>
            </a:r>
          </a:p>
        </p:txBody>
      </p:sp>
      <p:sp>
        <p:nvSpPr>
          <p:cNvPr id="8" name="Rectangle 3">
            <a:extLst>
              <a:ext uri="{FF2B5EF4-FFF2-40B4-BE49-F238E27FC236}">
                <a16:creationId xmlns:a16="http://schemas.microsoft.com/office/drawing/2014/main" xmlns="" id="{70B886BA-4F82-A24E-B477-EF4D3A3EB558}"/>
              </a:ext>
            </a:extLst>
          </p:cNvPr>
          <p:cNvSpPr txBox="1">
            <a:spLocks noChangeArrowheads="1"/>
          </p:cNvSpPr>
          <p:nvPr/>
        </p:nvSpPr>
        <p:spPr bwMode="auto">
          <a:xfrm>
            <a:off x="228715" y="4216270"/>
            <a:ext cx="5486256" cy="2438426"/>
          </a:xfrm>
          <a:prstGeom prst="rect">
            <a:avLst/>
          </a:prstGeom>
          <a:noFill/>
          <a:ln w="9525">
            <a:noFill/>
            <a:miter lim="800000"/>
          </a:ln>
          <a:effectLst/>
        </p:spPr>
        <p:txBody>
          <a:bodyPr vert="horz" wrap="square" lIns="91440" tIns="45720" rIns="91440" bIns="45720" numCol="1" anchor="b" anchorCtr="0" compatLnSpc="1"/>
          <a:lstStyle>
            <a:lvl1pPr marL="0" indent="0" algn="l" rtl="0" eaLnBrk="0" fontAlgn="base" hangingPunct="0">
              <a:spcBef>
                <a:spcPct val="20000"/>
              </a:spcBef>
              <a:spcAft>
                <a:spcPct val="0"/>
              </a:spcAft>
              <a:buClr>
                <a:schemeClr val="hlink"/>
              </a:buClr>
              <a:buFont typeface="Wingdings" pitchFamily="2" charset="2"/>
              <a:buNone/>
              <a:defRPr sz="2000">
                <a:solidFill>
                  <a:schemeClr val="tx1"/>
                </a:solidFill>
                <a:effectLst>
                  <a:outerShdw blurRad="38100" dist="38100" dir="2700000" algn="tl">
                    <a:srgbClr val="000000"/>
                  </a:outerShdw>
                </a:effectLst>
                <a:latin typeface="+mn-lt"/>
                <a:ea typeface="MS PGothic" panose="020B0600070205080204" pitchFamily="34" charset="-128"/>
                <a:cs typeface="MS PGothic" panose="020B0600070205080204" pitchFamily="34" charset="-128"/>
              </a:defRPr>
            </a:lvl1pPr>
            <a:lvl2pPr marL="457200" indent="0" algn="l" rtl="0" eaLnBrk="0" fontAlgn="base" hangingPunct="0">
              <a:spcBef>
                <a:spcPct val="20000"/>
              </a:spcBef>
              <a:spcAft>
                <a:spcPct val="0"/>
              </a:spcAft>
              <a:buClr>
                <a:schemeClr val="folHlink"/>
              </a:buClr>
              <a:buSzPct val="50000"/>
              <a:buFont typeface="Wingdings" pitchFamily="2" charset="2"/>
              <a:buNone/>
              <a:defRPr sz="1800">
                <a:solidFill>
                  <a:schemeClr val="tx1"/>
                </a:solidFill>
                <a:effectLst>
                  <a:outerShdw blurRad="38100" dist="38100" dir="2700000" algn="tl">
                    <a:srgbClr val="000000"/>
                  </a:outerShdw>
                </a:effectLst>
                <a:latin typeface="+mn-lt"/>
                <a:ea typeface="MS PGothic" panose="020B0600070205080204" pitchFamily="34" charset="-128"/>
              </a:defRPr>
            </a:lvl2pPr>
            <a:lvl3pPr marL="914400" indent="0" algn="l" rtl="0" eaLnBrk="0" fontAlgn="base" hangingPunct="0">
              <a:spcBef>
                <a:spcPct val="20000"/>
              </a:spcBef>
              <a:spcAft>
                <a:spcPct val="0"/>
              </a:spcAft>
              <a:buClr>
                <a:schemeClr val="hlink"/>
              </a:buClr>
              <a:buFont typeface="Wingdings" pitchFamily="2" charset="2"/>
              <a:buNone/>
              <a:defRPr sz="1600">
                <a:solidFill>
                  <a:schemeClr val="tx1"/>
                </a:solidFill>
                <a:effectLst>
                  <a:outerShdw blurRad="38100" dist="38100" dir="2700000" algn="tl">
                    <a:srgbClr val="000000"/>
                  </a:outerShdw>
                </a:effectLst>
                <a:latin typeface="+mn-lt"/>
                <a:ea typeface="MS PGothic" panose="020B0600070205080204" pitchFamily="34" charset="-128"/>
              </a:defRPr>
            </a:lvl3pPr>
            <a:lvl4pPr marL="1371600" indent="0" algn="l" rtl="0" eaLnBrk="0" fontAlgn="base" hangingPunct="0">
              <a:spcBef>
                <a:spcPct val="20000"/>
              </a:spcBef>
              <a:spcAft>
                <a:spcPct val="0"/>
              </a:spcAft>
              <a:buClr>
                <a:schemeClr val="folHlink"/>
              </a:buClr>
              <a:buSzPct val="50000"/>
              <a:buFont typeface="Wingdings" pitchFamily="2" charset="2"/>
              <a:buNone/>
              <a:defRPr sz="1400">
                <a:solidFill>
                  <a:schemeClr val="tx1"/>
                </a:solidFill>
                <a:effectLst>
                  <a:outerShdw blurRad="38100" dist="38100" dir="2700000" algn="tl">
                    <a:srgbClr val="000000"/>
                  </a:outerShdw>
                </a:effectLst>
                <a:latin typeface="+mn-lt"/>
                <a:ea typeface="MS PGothic" panose="020B0600070205080204" pitchFamily="34" charset="-128"/>
              </a:defRPr>
            </a:lvl4pPr>
            <a:lvl5pPr marL="1828800" indent="0" algn="l" rtl="0" eaLnBrk="0" fontAlgn="base" hangingPunct="0">
              <a:spcBef>
                <a:spcPct val="20000"/>
              </a:spcBef>
              <a:spcAft>
                <a:spcPct val="0"/>
              </a:spcAft>
              <a:buClr>
                <a:schemeClr val="hlink"/>
              </a:buClr>
              <a:buFont typeface="Wingdings" pitchFamily="2" charset="2"/>
              <a:buNone/>
              <a:defRPr sz="1400">
                <a:solidFill>
                  <a:schemeClr val="tx1"/>
                </a:solidFill>
                <a:effectLst>
                  <a:outerShdw blurRad="38100" dist="38100" dir="2700000" algn="tl">
                    <a:srgbClr val="000000"/>
                  </a:outerShdw>
                </a:effectLst>
                <a:latin typeface="+mn-lt"/>
                <a:ea typeface="MS PGothic" panose="020B0600070205080204" pitchFamily="34" charset="-128"/>
              </a:defRPr>
            </a:lvl5pPr>
            <a:lvl6pPr marL="22860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6pPr>
            <a:lvl7pPr marL="27432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7pPr>
            <a:lvl8pPr marL="32004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8pPr>
            <a:lvl9pPr marL="36576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9pPr>
          </a:lstStyle>
          <a:p>
            <a:pPr marL="285750" indent="-285750" eaLnBrk="1" hangingPunct="1">
              <a:buClr>
                <a:srgbClr val="FFFF00"/>
              </a:buClr>
              <a:buFont typeface="Wingdings" panose="05000000000000000000" pitchFamily="2" charset="2"/>
              <a:buChar char="ü"/>
            </a:pPr>
            <a:r>
              <a:rPr lang="en-US" altLang="en-US" sz="1800" kern="0" dirty="0" smtClean="0"/>
              <a:t>A </a:t>
            </a:r>
            <a:r>
              <a:rPr lang="en-US" altLang="en-US" sz="1800" b="1" kern="0" dirty="0" smtClean="0">
                <a:solidFill>
                  <a:srgbClr val="FFC000"/>
                </a:solidFill>
              </a:rPr>
              <a:t>partition</a:t>
            </a:r>
            <a:r>
              <a:rPr lang="en-US" altLang="en-US" sz="1800" kern="0" dirty="0" smtClean="0"/>
              <a:t> is a </a:t>
            </a:r>
            <a:r>
              <a:rPr lang="en-US" altLang="en-US" sz="1800" kern="0" dirty="0" smtClean="0">
                <a:solidFill>
                  <a:srgbClr val="FFC000"/>
                </a:solidFill>
              </a:rPr>
              <a:t>logical drive</a:t>
            </a:r>
          </a:p>
          <a:p>
            <a:pPr marL="285750" indent="-285750" eaLnBrk="1" hangingPunct="1">
              <a:buClr>
                <a:srgbClr val="FFFF00"/>
              </a:buClr>
              <a:buFont typeface="Wingdings" panose="05000000000000000000" pitchFamily="2" charset="2"/>
              <a:buChar char="ü"/>
            </a:pPr>
            <a:r>
              <a:rPr lang="en-US" altLang="en-US" sz="1800" kern="0" dirty="0" smtClean="0"/>
              <a:t>Windows OSs can have </a:t>
            </a:r>
            <a:r>
              <a:rPr lang="en-US" altLang="en-US" sz="1800" kern="0" dirty="0" smtClean="0">
                <a:solidFill>
                  <a:srgbClr val="FFC000"/>
                </a:solidFill>
              </a:rPr>
              <a:t>three primary partitions </a:t>
            </a:r>
            <a:r>
              <a:rPr lang="en-US" altLang="en-US" sz="1800" kern="0" dirty="0" smtClean="0"/>
              <a:t>followed by an </a:t>
            </a:r>
            <a:r>
              <a:rPr lang="en-US" altLang="en-US" sz="1800" kern="0" dirty="0" smtClean="0">
                <a:solidFill>
                  <a:srgbClr val="FFC000"/>
                </a:solidFill>
              </a:rPr>
              <a:t>extended partition</a:t>
            </a:r>
            <a:r>
              <a:rPr lang="en-US" altLang="en-US" sz="1800" kern="0" dirty="0" smtClean="0"/>
              <a:t> that can contain </a:t>
            </a:r>
            <a:r>
              <a:rPr lang="en-US" altLang="en-US" sz="1800" kern="0" dirty="0" smtClean="0">
                <a:solidFill>
                  <a:srgbClr val="FFC000"/>
                </a:solidFill>
              </a:rPr>
              <a:t>one or more logical drives</a:t>
            </a:r>
          </a:p>
          <a:p>
            <a:pPr marL="285750" indent="-285750" eaLnBrk="1" hangingPunct="1">
              <a:buClr>
                <a:srgbClr val="FFFF00"/>
              </a:buClr>
              <a:buFont typeface="Wingdings" panose="05000000000000000000" pitchFamily="2" charset="2"/>
              <a:buChar char="ü"/>
            </a:pPr>
            <a:r>
              <a:rPr lang="en-US" altLang="en-US" sz="1800" kern="0" dirty="0" smtClean="0">
                <a:solidFill>
                  <a:srgbClr val="FFFF00"/>
                </a:solidFill>
              </a:rPr>
              <a:t>Hidden partitions </a:t>
            </a:r>
            <a:r>
              <a:rPr lang="en-US" altLang="en-US" sz="1800" kern="0" dirty="0" smtClean="0"/>
              <a:t>or </a:t>
            </a:r>
            <a:r>
              <a:rPr lang="en-US" altLang="en-US" sz="1800" kern="0" dirty="0" smtClean="0">
                <a:solidFill>
                  <a:srgbClr val="FFFF00"/>
                </a:solidFill>
              </a:rPr>
              <a:t>voids</a:t>
            </a:r>
          </a:p>
          <a:p>
            <a:pPr marL="742950" lvl="1" indent="-285750" eaLnBrk="1" hangingPunct="1">
              <a:buClr>
                <a:srgbClr val="FFFF00"/>
              </a:buClr>
              <a:buFont typeface="Wingdings" panose="05000000000000000000" pitchFamily="2" charset="2"/>
              <a:buChar char="ü"/>
            </a:pPr>
            <a:r>
              <a:rPr lang="en-US" altLang="en-US" sz="1400" kern="0" dirty="0" smtClean="0">
                <a:solidFill>
                  <a:srgbClr val="FFC000"/>
                </a:solidFill>
              </a:rPr>
              <a:t>Large unused gaps </a:t>
            </a:r>
            <a:r>
              <a:rPr lang="en-US" altLang="en-US" sz="1400" kern="0" dirty="0" smtClean="0"/>
              <a:t>between partitions on a disk</a:t>
            </a:r>
          </a:p>
          <a:p>
            <a:pPr marL="285750" indent="-285750" eaLnBrk="1" hangingPunct="1">
              <a:buClr>
                <a:srgbClr val="FFFF00"/>
              </a:buClr>
              <a:buFont typeface="Wingdings" panose="05000000000000000000" pitchFamily="2" charset="2"/>
              <a:buChar char="ü"/>
            </a:pPr>
            <a:r>
              <a:rPr lang="en-US" altLang="en-US" sz="1800" b="1" kern="0" dirty="0" smtClean="0">
                <a:solidFill>
                  <a:srgbClr val="FFFF00"/>
                </a:solidFill>
              </a:rPr>
              <a:t>Partition gap</a:t>
            </a:r>
          </a:p>
          <a:p>
            <a:pPr marL="742950" lvl="1" indent="-285750" eaLnBrk="1" hangingPunct="1">
              <a:buClr>
                <a:srgbClr val="FFFF00"/>
              </a:buClr>
              <a:buFont typeface="Wingdings" panose="05000000000000000000" pitchFamily="2" charset="2"/>
              <a:buChar char="ü"/>
            </a:pPr>
            <a:r>
              <a:rPr lang="en-US" altLang="en-US" sz="1400" kern="0" dirty="0" smtClean="0">
                <a:solidFill>
                  <a:srgbClr val="FFC000"/>
                </a:solidFill>
              </a:rPr>
              <a:t>Unused space </a:t>
            </a:r>
            <a:r>
              <a:rPr lang="en-US" altLang="en-US" sz="1400" kern="0" dirty="0" smtClean="0"/>
              <a:t>between partitions</a:t>
            </a:r>
            <a:endParaRPr lang="en-US" altLang="en-US" sz="1400" kern="0" dirty="0"/>
          </a:p>
        </p:txBody>
      </p:sp>
      <p:sp>
        <p:nvSpPr>
          <p:cNvPr id="9" name="Rectangle 3">
            <a:extLst>
              <a:ext uri="{FF2B5EF4-FFF2-40B4-BE49-F238E27FC236}">
                <a16:creationId xmlns:a16="http://schemas.microsoft.com/office/drawing/2014/main" xmlns="" id="{4396EC5A-8B49-AC46-8247-45D5A025D222}"/>
              </a:ext>
            </a:extLst>
          </p:cNvPr>
          <p:cNvSpPr txBox="1">
            <a:spLocks noChangeArrowheads="1"/>
          </p:cNvSpPr>
          <p:nvPr/>
        </p:nvSpPr>
        <p:spPr bwMode="auto">
          <a:xfrm>
            <a:off x="5638772" y="4571970"/>
            <a:ext cx="3276741" cy="1997023"/>
          </a:xfrm>
          <a:prstGeom prst="rect">
            <a:avLst/>
          </a:prstGeom>
          <a:noFill/>
          <a:ln w="9525">
            <a:noFill/>
            <a:miter lim="800000"/>
          </a:ln>
          <a:effectLst/>
        </p:spPr>
        <p:txBody>
          <a:bodyPr vert="horz" wrap="square" lIns="91440" tIns="45720" rIns="91440" bIns="45720" numCol="1" anchor="b" anchorCtr="0" compatLnSpc="1"/>
          <a:lstStyle>
            <a:lvl1pPr marL="0" indent="0" algn="l" rtl="0" eaLnBrk="0" fontAlgn="base" hangingPunct="0">
              <a:spcBef>
                <a:spcPct val="20000"/>
              </a:spcBef>
              <a:spcAft>
                <a:spcPct val="0"/>
              </a:spcAft>
              <a:buClr>
                <a:schemeClr val="hlink"/>
              </a:buClr>
              <a:buFont typeface="Wingdings" pitchFamily="2" charset="2"/>
              <a:buNone/>
              <a:defRPr sz="2000">
                <a:solidFill>
                  <a:schemeClr val="tx1"/>
                </a:solidFill>
                <a:effectLst>
                  <a:outerShdw blurRad="38100" dist="38100" dir="2700000" algn="tl">
                    <a:srgbClr val="000000"/>
                  </a:outerShdw>
                </a:effectLst>
                <a:latin typeface="+mn-lt"/>
                <a:ea typeface="MS PGothic" panose="020B0600070205080204" pitchFamily="34" charset="-128"/>
                <a:cs typeface="MS PGothic" panose="020B0600070205080204" pitchFamily="34" charset="-128"/>
              </a:defRPr>
            </a:lvl1pPr>
            <a:lvl2pPr marL="457200" indent="0" algn="l" rtl="0" eaLnBrk="0" fontAlgn="base" hangingPunct="0">
              <a:spcBef>
                <a:spcPct val="20000"/>
              </a:spcBef>
              <a:spcAft>
                <a:spcPct val="0"/>
              </a:spcAft>
              <a:buClr>
                <a:schemeClr val="folHlink"/>
              </a:buClr>
              <a:buSzPct val="50000"/>
              <a:buFont typeface="Wingdings" pitchFamily="2" charset="2"/>
              <a:buNone/>
              <a:defRPr sz="1800">
                <a:solidFill>
                  <a:schemeClr val="tx1"/>
                </a:solidFill>
                <a:effectLst>
                  <a:outerShdw blurRad="38100" dist="38100" dir="2700000" algn="tl">
                    <a:srgbClr val="000000"/>
                  </a:outerShdw>
                </a:effectLst>
                <a:latin typeface="+mn-lt"/>
                <a:ea typeface="MS PGothic" panose="020B0600070205080204" pitchFamily="34" charset="-128"/>
              </a:defRPr>
            </a:lvl2pPr>
            <a:lvl3pPr marL="914400" indent="0" algn="l" rtl="0" eaLnBrk="0" fontAlgn="base" hangingPunct="0">
              <a:spcBef>
                <a:spcPct val="20000"/>
              </a:spcBef>
              <a:spcAft>
                <a:spcPct val="0"/>
              </a:spcAft>
              <a:buClr>
                <a:schemeClr val="hlink"/>
              </a:buClr>
              <a:buFont typeface="Wingdings" pitchFamily="2" charset="2"/>
              <a:buNone/>
              <a:defRPr sz="1600">
                <a:solidFill>
                  <a:schemeClr val="tx1"/>
                </a:solidFill>
                <a:effectLst>
                  <a:outerShdw blurRad="38100" dist="38100" dir="2700000" algn="tl">
                    <a:srgbClr val="000000"/>
                  </a:outerShdw>
                </a:effectLst>
                <a:latin typeface="+mn-lt"/>
                <a:ea typeface="MS PGothic" panose="020B0600070205080204" pitchFamily="34" charset="-128"/>
              </a:defRPr>
            </a:lvl3pPr>
            <a:lvl4pPr marL="1371600" indent="0" algn="l" rtl="0" eaLnBrk="0" fontAlgn="base" hangingPunct="0">
              <a:spcBef>
                <a:spcPct val="20000"/>
              </a:spcBef>
              <a:spcAft>
                <a:spcPct val="0"/>
              </a:spcAft>
              <a:buClr>
                <a:schemeClr val="folHlink"/>
              </a:buClr>
              <a:buSzPct val="50000"/>
              <a:buFont typeface="Wingdings" pitchFamily="2" charset="2"/>
              <a:buNone/>
              <a:defRPr sz="1400">
                <a:solidFill>
                  <a:schemeClr val="tx1"/>
                </a:solidFill>
                <a:effectLst>
                  <a:outerShdw blurRad="38100" dist="38100" dir="2700000" algn="tl">
                    <a:srgbClr val="000000"/>
                  </a:outerShdw>
                </a:effectLst>
                <a:latin typeface="+mn-lt"/>
                <a:ea typeface="MS PGothic" panose="020B0600070205080204" pitchFamily="34" charset="-128"/>
              </a:defRPr>
            </a:lvl4pPr>
            <a:lvl5pPr marL="1828800" indent="0" algn="l" rtl="0" eaLnBrk="0" fontAlgn="base" hangingPunct="0">
              <a:spcBef>
                <a:spcPct val="20000"/>
              </a:spcBef>
              <a:spcAft>
                <a:spcPct val="0"/>
              </a:spcAft>
              <a:buClr>
                <a:schemeClr val="hlink"/>
              </a:buClr>
              <a:buFont typeface="Wingdings" pitchFamily="2" charset="2"/>
              <a:buNone/>
              <a:defRPr sz="1400">
                <a:solidFill>
                  <a:schemeClr val="tx1"/>
                </a:solidFill>
                <a:effectLst>
                  <a:outerShdw blurRad="38100" dist="38100" dir="2700000" algn="tl">
                    <a:srgbClr val="000000"/>
                  </a:outerShdw>
                </a:effectLst>
                <a:latin typeface="+mn-lt"/>
                <a:ea typeface="MS PGothic" panose="020B0600070205080204" pitchFamily="34" charset="-128"/>
              </a:defRPr>
            </a:lvl5pPr>
            <a:lvl6pPr marL="22860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6pPr>
            <a:lvl7pPr marL="27432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7pPr>
            <a:lvl8pPr marL="32004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8pPr>
            <a:lvl9pPr marL="3657600" indent="0" algn="l" rtl="0" fontAlgn="base">
              <a:spcBef>
                <a:spcPct val="20000"/>
              </a:spcBef>
              <a:spcAft>
                <a:spcPct val="0"/>
              </a:spcAft>
              <a:buClr>
                <a:schemeClr val="hlink"/>
              </a:buClr>
              <a:buFont typeface="Wingdings" panose="05000000000000000000" pitchFamily="2" charset="2"/>
              <a:buNone/>
              <a:defRPr sz="1400">
                <a:solidFill>
                  <a:schemeClr val="tx1"/>
                </a:solidFill>
                <a:effectLst>
                  <a:outerShdw blurRad="38100" dist="38100" dir="2700000" algn="tl">
                    <a:srgbClr val="000000"/>
                  </a:outerShdw>
                </a:effectLst>
                <a:latin typeface="+mn-lt"/>
              </a:defRPr>
            </a:lvl9pPr>
          </a:lstStyle>
          <a:p>
            <a:pPr marL="285750" indent="-285750" eaLnBrk="1" hangingPunct="1">
              <a:buClr>
                <a:srgbClr val="FFFF00"/>
              </a:buClr>
              <a:buFont typeface="Wingdings" panose="05000000000000000000" pitchFamily="2" charset="2"/>
              <a:buChar char="ü"/>
            </a:pPr>
            <a:r>
              <a:rPr lang="en-US" altLang="en-US" sz="1400" kern="0" dirty="0" smtClean="0"/>
              <a:t>The </a:t>
            </a:r>
            <a:r>
              <a:rPr lang="en-US" altLang="en-US" sz="1400" b="1" kern="0" dirty="0" smtClean="0">
                <a:solidFill>
                  <a:srgbClr val="FFC000"/>
                </a:solidFill>
              </a:rPr>
              <a:t>partition table </a:t>
            </a:r>
            <a:r>
              <a:rPr lang="en-US" altLang="en-US" sz="1400" kern="0" dirty="0" smtClean="0"/>
              <a:t>is in the </a:t>
            </a:r>
            <a:r>
              <a:rPr lang="en-US" altLang="en-US" sz="1400" b="1" kern="0" dirty="0" smtClean="0">
                <a:solidFill>
                  <a:srgbClr val="FFC000"/>
                </a:solidFill>
              </a:rPr>
              <a:t>Master Boot Record (MBR)</a:t>
            </a:r>
          </a:p>
          <a:p>
            <a:pPr marL="573088" lvl="1" indent="-231775" eaLnBrk="1" hangingPunct="1">
              <a:buClr>
                <a:schemeClr val="tx1"/>
              </a:buClr>
              <a:buSzPct val="100000"/>
              <a:buFont typeface="Courier New" panose="02070309020205020404" pitchFamily="49" charset="0"/>
              <a:buChar char="o"/>
            </a:pPr>
            <a:r>
              <a:rPr lang="en-US" altLang="en-US" sz="1200" kern="0" dirty="0" smtClean="0"/>
              <a:t>Located at </a:t>
            </a:r>
            <a:r>
              <a:rPr lang="en-US" altLang="en-US" sz="1200" b="1" kern="0" dirty="0" smtClean="0">
                <a:solidFill>
                  <a:srgbClr val="FFC000"/>
                </a:solidFill>
              </a:rPr>
              <a:t>sector 0</a:t>
            </a:r>
            <a:r>
              <a:rPr lang="en-US" altLang="en-US" sz="1200" kern="0" dirty="0" smtClean="0"/>
              <a:t> of the disk drive</a:t>
            </a:r>
          </a:p>
          <a:p>
            <a:pPr marL="285750" indent="-285750" eaLnBrk="1" hangingPunct="1">
              <a:buClr>
                <a:srgbClr val="FFFF00"/>
              </a:buClr>
              <a:buFont typeface="Wingdings" panose="05000000000000000000" pitchFamily="2" charset="2"/>
              <a:buChar char="ü"/>
            </a:pPr>
            <a:r>
              <a:rPr lang="en-US" altLang="en-US" sz="1400" kern="0" dirty="0" smtClean="0"/>
              <a:t>In a </a:t>
            </a:r>
            <a:r>
              <a:rPr lang="en-US" altLang="en-US" sz="1400" kern="0" dirty="0" smtClean="0">
                <a:solidFill>
                  <a:srgbClr val="FFC000"/>
                </a:solidFill>
              </a:rPr>
              <a:t>hexadecimal editor</a:t>
            </a:r>
            <a:r>
              <a:rPr lang="en-US" altLang="en-US" sz="1400" kern="0" dirty="0" smtClean="0"/>
              <a:t>, such as </a:t>
            </a:r>
            <a:r>
              <a:rPr lang="en-US" altLang="en-US" sz="1400" kern="0" dirty="0" err="1" smtClean="0">
                <a:solidFill>
                  <a:srgbClr val="FFC000"/>
                </a:solidFill>
              </a:rPr>
              <a:t>WinHex</a:t>
            </a:r>
            <a:r>
              <a:rPr lang="en-US" altLang="en-US" sz="1400" kern="0" dirty="0" smtClean="0"/>
              <a:t>, you can find the </a:t>
            </a:r>
            <a:r>
              <a:rPr lang="en-US" altLang="en-US" sz="1400" kern="0" dirty="0" smtClean="0">
                <a:solidFill>
                  <a:srgbClr val="FFC000"/>
                </a:solidFill>
              </a:rPr>
              <a:t>first partition</a:t>
            </a:r>
            <a:r>
              <a:rPr lang="en-US" altLang="en-US" sz="1400" kern="0" dirty="0" smtClean="0"/>
              <a:t> at offset </a:t>
            </a:r>
            <a:r>
              <a:rPr lang="en-US" altLang="en-US" sz="1400" kern="0" dirty="0" smtClean="0">
                <a:solidFill>
                  <a:srgbClr val="FFC000"/>
                </a:solidFill>
              </a:rPr>
              <a:t>0x1BE</a:t>
            </a:r>
          </a:p>
          <a:p>
            <a:pPr marL="573088" lvl="1" indent="-231775" eaLnBrk="1" hangingPunct="1">
              <a:buClr>
                <a:schemeClr val="tx1"/>
              </a:buClr>
              <a:buSzPct val="100000"/>
              <a:buFont typeface="Courier New" panose="02070309020205020404" pitchFamily="49" charset="0"/>
              <a:buChar char="o"/>
            </a:pPr>
            <a:r>
              <a:rPr lang="en-US" altLang="en-US" sz="1200" kern="0" dirty="0" smtClean="0"/>
              <a:t>The </a:t>
            </a:r>
            <a:r>
              <a:rPr lang="en-US" altLang="en-US" sz="1200" kern="0" dirty="0" smtClean="0">
                <a:solidFill>
                  <a:srgbClr val="FFC000"/>
                </a:solidFill>
              </a:rPr>
              <a:t>file system’s hexadecimal code</a:t>
            </a:r>
            <a:r>
              <a:rPr lang="en-US" altLang="en-US" sz="1200" kern="0" dirty="0" smtClean="0"/>
              <a:t> is </a:t>
            </a:r>
            <a:r>
              <a:rPr lang="en-US" altLang="en-US" sz="1200" kern="0" dirty="0" smtClean="0">
                <a:solidFill>
                  <a:srgbClr val="FFC000"/>
                </a:solidFill>
              </a:rPr>
              <a:t>offset 3 bytes </a:t>
            </a:r>
            <a:r>
              <a:rPr lang="en-US" altLang="en-US" sz="1200" kern="0" dirty="0" smtClean="0"/>
              <a:t>from </a:t>
            </a:r>
            <a:r>
              <a:rPr lang="en-US" altLang="en-US" sz="1200" kern="0" dirty="0" smtClean="0">
                <a:solidFill>
                  <a:srgbClr val="FFC000"/>
                </a:solidFill>
              </a:rPr>
              <a:t>0x1BE</a:t>
            </a:r>
            <a:r>
              <a:rPr lang="en-US" altLang="en-US" sz="1200" kern="0" dirty="0" smtClean="0"/>
              <a:t> for the first partition</a:t>
            </a:r>
            <a:endParaRPr lang="en-US" altLang="en-US" sz="1200" kern="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925513"/>
            <a:ext cx="5791200" cy="446087"/>
          </a:xfrm>
        </p:spPr>
        <p:txBody>
          <a:bodyPr/>
          <a:lstStyle/>
          <a:p>
            <a:pPr>
              <a:buClr>
                <a:srgbClr val="FFFF00"/>
              </a:buClr>
              <a:buFont typeface="Wingdings" pitchFamily="2" charset="2"/>
              <a:buChar char="q"/>
              <a:defRPr/>
            </a:pPr>
            <a:r>
              <a:rPr lang="en-MY" sz="2200" b="1" dirty="0" smtClean="0">
                <a:solidFill>
                  <a:srgbClr val="FFFF00"/>
                </a:solidFill>
              </a:rPr>
              <a:t> 5.3.1.2.1 Master Boot Record (MBR)</a:t>
            </a:r>
            <a:r>
              <a:rPr lang="en-MY" b="1" dirty="0" smtClean="0"/>
              <a:t> </a:t>
            </a:r>
            <a:endParaRPr lang="en-MY" b="1" dirty="0"/>
          </a:p>
        </p:txBody>
      </p:sp>
      <p:sp>
        <p:nvSpPr>
          <p:cNvPr id="5" name="Title 1"/>
          <p:cNvSpPr>
            <a:spLocks noGrp="1"/>
          </p:cNvSpPr>
          <p:nvPr>
            <p:ph type="title"/>
          </p:nvPr>
        </p:nvSpPr>
        <p:spPr>
          <a:xfrm>
            <a:off x="457200" y="76200"/>
            <a:ext cx="8229600" cy="747713"/>
          </a:xfrm>
        </p:spPr>
        <p:txBody>
          <a:bodyPr/>
          <a:lstStyle/>
          <a:p>
            <a:pPr algn="ctr">
              <a:defRPr/>
            </a:pPr>
            <a:r>
              <a:rPr lang="en-GB" sz="3600" dirty="0" smtClean="0">
                <a:solidFill>
                  <a:srgbClr val="18B2B6"/>
                </a:solidFill>
              </a:rPr>
              <a:t>5.3 Examination (contd.)</a:t>
            </a:r>
          </a:p>
        </p:txBody>
      </p:sp>
      <p:pic>
        <p:nvPicPr>
          <p:cNvPr id="15364" name="Picture 6" descr="http://www.data-recovery-app.com/images/tu/tu007/MBR.png"/>
          <p:cNvPicPr>
            <a:picLocks noChangeAspect="1" noChangeArrowheads="1"/>
          </p:cNvPicPr>
          <p:nvPr/>
        </p:nvPicPr>
        <p:blipFill>
          <a:blip r:embed="rId2"/>
          <a:srcRect/>
          <a:stretch>
            <a:fillRect/>
          </a:stretch>
        </p:blipFill>
        <p:spPr bwMode="auto">
          <a:xfrm>
            <a:off x="5410200" y="1066800"/>
            <a:ext cx="3543300" cy="3408363"/>
          </a:xfrm>
          <a:prstGeom prst="rect">
            <a:avLst/>
          </a:prstGeom>
          <a:noFill/>
          <a:ln w="9525">
            <a:noFill/>
            <a:miter lim="800000"/>
            <a:headEnd/>
            <a:tailEnd/>
          </a:ln>
        </p:spPr>
      </p:pic>
      <p:sp>
        <p:nvSpPr>
          <p:cNvPr id="15365" name="Rectangle 5"/>
          <p:cNvSpPr>
            <a:spLocks noChangeArrowheads="1"/>
          </p:cNvSpPr>
          <p:nvPr/>
        </p:nvSpPr>
        <p:spPr bwMode="auto">
          <a:xfrm>
            <a:off x="304800" y="1371600"/>
            <a:ext cx="5105400" cy="3446463"/>
          </a:xfrm>
          <a:prstGeom prst="rect">
            <a:avLst/>
          </a:prstGeom>
          <a:noFill/>
          <a:ln w="9525">
            <a:noFill/>
            <a:miter lim="800000"/>
            <a:headEnd/>
            <a:tailEnd/>
          </a:ln>
        </p:spPr>
        <p:txBody>
          <a:bodyPr>
            <a:spAutoFit/>
          </a:bodyPr>
          <a:lstStyle/>
          <a:p>
            <a:pPr>
              <a:spcBef>
                <a:spcPts val="600"/>
              </a:spcBef>
              <a:spcAft>
                <a:spcPts val="600"/>
              </a:spcAft>
              <a:buClr>
                <a:srgbClr val="FFFF00"/>
              </a:buClr>
              <a:buFont typeface="Wingdings" pitchFamily="2" charset="2"/>
              <a:buChar char="ü"/>
            </a:pPr>
            <a:r>
              <a:rPr lang="en-US"/>
              <a:t> Consists of one sector –absolute </a:t>
            </a:r>
            <a:r>
              <a:rPr lang="en-US">
                <a:solidFill>
                  <a:srgbClr val="FFFF00"/>
                </a:solidFill>
              </a:rPr>
              <a:t>sector zero</a:t>
            </a:r>
          </a:p>
          <a:p>
            <a:pPr>
              <a:spcBef>
                <a:spcPts val="600"/>
              </a:spcBef>
              <a:spcAft>
                <a:spcPts val="600"/>
              </a:spcAft>
              <a:buClr>
                <a:srgbClr val="FFFF00"/>
              </a:buClr>
              <a:buFont typeface="Wingdings" pitchFamily="2" charset="2"/>
              <a:buChar char="ü"/>
            </a:pPr>
            <a:r>
              <a:rPr lang="en-US">
                <a:solidFill>
                  <a:srgbClr val="FFFF00"/>
                </a:solidFill>
              </a:rPr>
              <a:t> </a:t>
            </a:r>
            <a:r>
              <a:rPr lang="en-US"/>
              <a:t>Includes the </a:t>
            </a:r>
            <a:r>
              <a:rPr lang="en-US">
                <a:solidFill>
                  <a:srgbClr val="FFFF00"/>
                </a:solidFill>
              </a:rPr>
              <a:t>boot code</a:t>
            </a:r>
            <a:r>
              <a:rPr lang="en-US"/>
              <a:t>, </a:t>
            </a:r>
            <a:r>
              <a:rPr lang="en-US">
                <a:solidFill>
                  <a:srgbClr val="FFFF00"/>
                </a:solidFill>
              </a:rPr>
              <a:t>disk signature</a:t>
            </a:r>
            <a:r>
              <a:rPr lang="en-US"/>
              <a:t>, and </a:t>
            </a:r>
            <a:r>
              <a:rPr lang="en-US">
                <a:solidFill>
                  <a:srgbClr val="FFFF00"/>
                </a:solidFill>
              </a:rPr>
              <a:t>primary partition definitions</a:t>
            </a:r>
            <a:r>
              <a:rPr lang="en-US"/>
              <a:t>, and ends with a </a:t>
            </a:r>
            <a:r>
              <a:rPr lang="en-US">
                <a:solidFill>
                  <a:srgbClr val="FFFF00"/>
                </a:solidFill>
              </a:rPr>
              <a:t>signature</a:t>
            </a:r>
            <a:r>
              <a:rPr lang="en-US"/>
              <a:t> (a </a:t>
            </a:r>
            <a:r>
              <a:rPr lang="en-US">
                <a:solidFill>
                  <a:srgbClr val="FFFF00"/>
                </a:solidFill>
              </a:rPr>
              <a:t>two-byte code </a:t>
            </a:r>
            <a:r>
              <a:rPr lang="en-US"/>
              <a:t>represented in hexadecimal as </a:t>
            </a:r>
            <a:r>
              <a:rPr lang="en-US">
                <a:solidFill>
                  <a:srgbClr val="FFFF00"/>
                </a:solidFill>
              </a:rPr>
              <a:t>0x55AA</a:t>
            </a:r>
            <a:r>
              <a:rPr lang="en-US"/>
              <a:t>).</a:t>
            </a:r>
          </a:p>
          <a:p>
            <a:pPr>
              <a:spcBef>
                <a:spcPts val="600"/>
              </a:spcBef>
              <a:spcAft>
                <a:spcPts val="600"/>
              </a:spcAft>
              <a:buClr>
                <a:srgbClr val="FFFF00"/>
              </a:buClr>
              <a:buFont typeface="Wingdings" pitchFamily="2" charset="2"/>
              <a:buChar char="ü"/>
            </a:pPr>
            <a:r>
              <a:rPr lang="en-US">
                <a:solidFill>
                  <a:srgbClr val="FFFF00"/>
                </a:solidFill>
              </a:rPr>
              <a:t> </a:t>
            </a:r>
            <a:r>
              <a:rPr lang="en-US"/>
              <a:t>Earlier installations required the </a:t>
            </a:r>
            <a:r>
              <a:rPr lang="en-US">
                <a:solidFill>
                  <a:srgbClr val="FFFF00"/>
                </a:solidFill>
              </a:rPr>
              <a:t>first partition to be created on a track boundary</a:t>
            </a:r>
            <a:r>
              <a:rPr lang="en-US"/>
              <a:t> (track  63), while newer implementations remove this requirement and the </a:t>
            </a:r>
            <a:r>
              <a:rPr lang="en-US">
                <a:solidFill>
                  <a:srgbClr val="FFFF00"/>
                </a:solidFill>
              </a:rPr>
              <a:t>first volume can be anywhere the MBR defines it </a:t>
            </a:r>
            <a:r>
              <a:rPr lang="en-US"/>
              <a:t>(typically, at sector 2048 or 4096).</a:t>
            </a:r>
          </a:p>
        </p:txBody>
      </p:sp>
      <p:pic>
        <p:nvPicPr>
          <p:cNvPr id="15366" name="Picture 7"/>
          <p:cNvPicPr>
            <a:picLocks noChangeAspect="1" noChangeArrowheads="1"/>
          </p:cNvPicPr>
          <p:nvPr/>
        </p:nvPicPr>
        <p:blipFill>
          <a:blip r:embed="rId3"/>
          <a:srcRect/>
          <a:stretch>
            <a:fillRect/>
          </a:stretch>
        </p:blipFill>
        <p:spPr bwMode="auto">
          <a:xfrm>
            <a:off x="3048000" y="4572000"/>
            <a:ext cx="5943600" cy="220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685800"/>
            <a:ext cx="4419600" cy="446088"/>
          </a:xfrm>
        </p:spPr>
        <p:txBody>
          <a:bodyPr/>
          <a:lstStyle/>
          <a:p>
            <a:pPr>
              <a:buClr>
                <a:srgbClr val="FFFF00"/>
              </a:buClr>
              <a:buFont typeface="Wingdings" pitchFamily="2" charset="2"/>
              <a:buChar char="q"/>
              <a:defRPr/>
            </a:pPr>
            <a:r>
              <a:rPr lang="en-MY" sz="2200" b="1" dirty="0" smtClean="0">
                <a:solidFill>
                  <a:srgbClr val="FFFF00"/>
                </a:solidFill>
              </a:rPr>
              <a:t> 5.3.1.2.1 MBR (contd.)</a:t>
            </a:r>
            <a:r>
              <a:rPr lang="en-MY" b="1" dirty="0" smtClean="0"/>
              <a:t> </a:t>
            </a:r>
            <a:endParaRPr lang="en-MY" b="1" dirty="0"/>
          </a:p>
        </p:txBody>
      </p:sp>
      <p:sp>
        <p:nvSpPr>
          <p:cNvPr id="5" name="Title 1"/>
          <p:cNvSpPr>
            <a:spLocks noGrp="1"/>
          </p:cNvSpPr>
          <p:nvPr>
            <p:ph type="title"/>
          </p:nvPr>
        </p:nvSpPr>
        <p:spPr>
          <a:xfrm>
            <a:off x="457200" y="76200"/>
            <a:ext cx="8229600" cy="747713"/>
          </a:xfrm>
        </p:spPr>
        <p:txBody>
          <a:bodyPr/>
          <a:lstStyle/>
          <a:p>
            <a:pPr algn="ctr">
              <a:defRPr/>
            </a:pPr>
            <a:r>
              <a:rPr lang="en-GB" sz="3600" dirty="0" smtClean="0">
                <a:solidFill>
                  <a:srgbClr val="18B2B6"/>
                </a:solidFill>
              </a:rPr>
              <a:t>5.3 Examination (contd.)</a:t>
            </a:r>
          </a:p>
        </p:txBody>
      </p:sp>
      <p:sp>
        <p:nvSpPr>
          <p:cNvPr id="16388" name="Rectangle 5"/>
          <p:cNvSpPr>
            <a:spLocks noChangeArrowheads="1"/>
          </p:cNvSpPr>
          <p:nvPr/>
        </p:nvSpPr>
        <p:spPr bwMode="auto">
          <a:xfrm>
            <a:off x="152400" y="1143000"/>
            <a:ext cx="4724400" cy="5802313"/>
          </a:xfrm>
          <a:prstGeom prst="rect">
            <a:avLst/>
          </a:prstGeom>
          <a:noFill/>
          <a:ln w="9525">
            <a:noFill/>
            <a:miter lim="800000"/>
            <a:headEnd/>
            <a:tailEnd/>
          </a:ln>
        </p:spPr>
        <p:txBody>
          <a:bodyPr>
            <a:spAutoFit/>
          </a:bodyPr>
          <a:lstStyle/>
          <a:p>
            <a:pPr>
              <a:spcBef>
                <a:spcPts val="600"/>
              </a:spcBef>
              <a:spcAft>
                <a:spcPts val="600"/>
              </a:spcAft>
              <a:buClr>
                <a:srgbClr val="FFFF00"/>
              </a:buClr>
              <a:buFont typeface="Wingdings" pitchFamily="2" charset="2"/>
              <a:buChar char="ü"/>
            </a:pPr>
            <a:r>
              <a:rPr lang="en-US" sz="1600"/>
              <a:t> An </a:t>
            </a:r>
            <a:r>
              <a:rPr lang="en-US" sz="1600">
                <a:solidFill>
                  <a:srgbClr val="FFC000"/>
                </a:solidFill>
              </a:rPr>
              <a:t>MBR-formatted disk</a:t>
            </a:r>
            <a:r>
              <a:rPr lang="en-US" sz="1600"/>
              <a:t> (</a:t>
            </a:r>
            <a:r>
              <a:rPr lang="en-US" sz="1600">
                <a:solidFill>
                  <a:srgbClr val="FFC000"/>
                </a:solidFill>
              </a:rPr>
              <a:t>Figure 5.5</a:t>
            </a:r>
            <a:r>
              <a:rPr lang="en-US" sz="1600"/>
              <a:t>) can contain up to </a:t>
            </a:r>
            <a:r>
              <a:rPr lang="en-US" sz="1600">
                <a:solidFill>
                  <a:srgbClr val="FFC000"/>
                </a:solidFill>
              </a:rPr>
              <a:t>four partitions </a:t>
            </a:r>
            <a:r>
              <a:rPr lang="en-US" sz="1600"/>
              <a:t>in the boot record (</a:t>
            </a:r>
            <a:r>
              <a:rPr lang="en-US" sz="1600">
                <a:solidFill>
                  <a:srgbClr val="FFC000"/>
                </a:solidFill>
              </a:rPr>
              <a:t>Table 5.3 </a:t>
            </a:r>
            <a:r>
              <a:rPr lang="en-US" sz="1600"/>
              <a:t>for a partition entry and </a:t>
            </a:r>
            <a:r>
              <a:rPr lang="en-US" sz="1600">
                <a:solidFill>
                  <a:srgbClr val="FFC000"/>
                </a:solidFill>
              </a:rPr>
              <a:t>Table 5.4 </a:t>
            </a:r>
            <a:r>
              <a:rPr lang="en-US" sz="1600"/>
              <a:t>for common partition types) all of which can be </a:t>
            </a:r>
            <a:r>
              <a:rPr lang="en-US" sz="1600">
                <a:solidFill>
                  <a:srgbClr val="FFC000"/>
                </a:solidFill>
              </a:rPr>
              <a:t>primary</a:t>
            </a:r>
            <a:r>
              <a:rPr lang="en-US" sz="1600"/>
              <a:t> and </a:t>
            </a:r>
            <a:r>
              <a:rPr lang="en-US" sz="1600">
                <a:solidFill>
                  <a:srgbClr val="FFC000"/>
                </a:solidFill>
              </a:rPr>
              <a:t>only </a:t>
            </a:r>
            <a:r>
              <a:rPr lang="en-US" sz="1600" i="1">
                <a:solidFill>
                  <a:srgbClr val="FFC000"/>
                </a:solidFill>
              </a:rPr>
              <a:t>one </a:t>
            </a:r>
            <a:r>
              <a:rPr lang="en-US" sz="1600" i="1"/>
              <a:t>of which can be an </a:t>
            </a:r>
            <a:r>
              <a:rPr lang="en-US" sz="1600" i="1">
                <a:solidFill>
                  <a:srgbClr val="FFC000"/>
                </a:solidFill>
              </a:rPr>
              <a:t>extended partition</a:t>
            </a:r>
            <a:r>
              <a:rPr lang="en-US" sz="1600" i="1"/>
              <a:t>. </a:t>
            </a:r>
          </a:p>
          <a:p>
            <a:pPr>
              <a:spcBef>
                <a:spcPts val="600"/>
              </a:spcBef>
              <a:spcAft>
                <a:spcPts val="600"/>
              </a:spcAft>
              <a:buClr>
                <a:srgbClr val="FFFF00"/>
              </a:buClr>
              <a:buFont typeface="Wingdings" pitchFamily="2" charset="2"/>
              <a:buChar char="ü"/>
            </a:pPr>
            <a:r>
              <a:rPr lang="en-US" sz="1600" i="1"/>
              <a:t> A </a:t>
            </a:r>
            <a:r>
              <a:rPr lang="en-US" sz="1600">
                <a:solidFill>
                  <a:srgbClr val="FFC000"/>
                </a:solidFill>
              </a:rPr>
              <a:t>primary partition </a:t>
            </a:r>
            <a:r>
              <a:rPr lang="en-US" sz="1600" i="1"/>
              <a:t>can contain </a:t>
            </a:r>
            <a:r>
              <a:rPr lang="en-US" sz="1600" i="1">
                <a:solidFill>
                  <a:srgbClr val="FFC000"/>
                </a:solidFill>
              </a:rPr>
              <a:t>one and only one volume</a:t>
            </a:r>
            <a:r>
              <a:rPr lang="en-US" sz="1600" i="1"/>
              <a:t>, and </a:t>
            </a:r>
            <a:r>
              <a:rPr lang="en-US" sz="1600" i="1">
                <a:solidFill>
                  <a:srgbClr val="FFC000"/>
                </a:solidFill>
              </a:rPr>
              <a:t>only one of these volumes </a:t>
            </a:r>
            <a:r>
              <a:rPr lang="en-US" sz="1600" i="1"/>
              <a:t>can be </a:t>
            </a:r>
            <a:r>
              <a:rPr lang="en-US" sz="1600" i="1">
                <a:solidFill>
                  <a:srgbClr val="FFC000"/>
                </a:solidFill>
              </a:rPr>
              <a:t>bootable</a:t>
            </a:r>
            <a:r>
              <a:rPr lang="en-US" sz="1600" i="1"/>
              <a:t> (an extended partition cannot be natively bootable).</a:t>
            </a:r>
          </a:p>
          <a:p>
            <a:pPr>
              <a:spcBef>
                <a:spcPts val="600"/>
              </a:spcBef>
              <a:spcAft>
                <a:spcPts val="600"/>
              </a:spcAft>
              <a:buClr>
                <a:srgbClr val="FFFF00"/>
              </a:buClr>
              <a:buFont typeface="Wingdings" pitchFamily="2" charset="2"/>
              <a:buChar char="ü"/>
            </a:pPr>
            <a:r>
              <a:rPr lang="en-US" sz="1600" i="1"/>
              <a:t> </a:t>
            </a:r>
            <a:r>
              <a:rPr lang="en-US" sz="1600"/>
              <a:t>An </a:t>
            </a:r>
            <a:r>
              <a:rPr lang="en-US" sz="1600">
                <a:solidFill>
                  <a:srgbClr val="FFC000"/>
                </a:solidFill>
              </a:rPr>
              <a:t>extended partition </a:t>
            </a:r>
            <a:r>
              <a:rPr lang="en-US" sz="1600"/>
              <a:t>(</a:t>
            </a:r>
            <a:r>
              <a:rPr lang="en-US" sz="1600">
                <a:solidFill>
                  <a:srgbClr val="FFC000"/>
                </a:solidFill>
              </a:rPr>
              <a:t>Figure 5.6</a:t>
            </a:r>
            <a:r>
              <a:rPr lang="en-US" sz="1600"/>
              <a:t>) can contain </a:t>
            </a:r>
            <a:r>
              <a:rPr lang="en-US" sz="1600">
                <a:solidFill>
                  <a:srgbClr val="FFC000"/>
                </a:solidFill>
              </a:rPr>
              <a:t>additional logical partitions</a:t>
            </a:r>
            <a:r>
              <a:rPr lang="en-US" sz="1600"/>
              <a:t>. The first defined logical partition utilizes the </a:t>
            </a:r>
            <a:r>
              <a:rPr lang="en-US" sz="1600">
                <a:solidFill>
                  <a:srgbClr val="FFC000"/>
                </a:solidFill>
              </a:rPr>
              <a:t>volume boot record (VBR)</a:t>
            </a:r>
            <a:r>
              <a:rPr lang="en-US" sz="1600"/>
              <a:t> to define itself and the next logical partition. This continues as a </a:t>
            </a:r>
            <a:r>
              <a:rPr lang="en-US" sz="1600">
                <a:solidFill>
                  <a:srgbClr val="FFC000"/>
                </a:solidFill>
              </a:rPr>
              <a:t>linked list </a:t>
            </a:r>
            <a:r>
              <a:rPr lang="en-US" sz="1600"/>
              <a:t>until the final logical partition defines only itself. </a:t>
            </a:r>
          </a:p>
          <a:p>
            <a:pPr>
              <a:spcBef>
                <a:spcPts val="600"/>
              </a:spcBef>
              <a:spcAft>
                <a:spcPts val="600"/>
              </a:spcAft>
              <a:buClr>
                <a:srgbClr val="FFFF00"/>
              </a:buClr>
              <a:buFont typeface="Wingdings" pitchFamily="2" charset="2"/>
              <a:buChar char="ü"/>
            </a:pPr>
            <a:r>
              <a:rPr lang="en-US" sz="1600"/>
              <a:t> </a:t>
            </a:r>
            <a:r>
              <a:rPr lang="en-US" sz="1600" b="1">
                <a:solidFill>
                  <a:srgbClr val="FFFF00"/>
                </a:solidFill>
              </a:rPr>
              <a:t>Problems for a digital examiner</a:t>
            </a:r>
            <a:r>
              <a:rPr lang="en-US" sz="1600"/>
              <a:t>: 1) A person wanting to hide data could </a:t>
            </a:r>
            <a:r>
              <a:rPr lang="en-US" sz="1600">
                <a:solidFill>
                  <a:srgbClr val="FFC000"/>
                </a:solidFill>
              </a:rPr>
              <a:t>manually edit the partition table and skip a partition </a:t>
            </a:r>
            <a:r>
              <a:rPr lang="en-US" sz="1600"/>
              <a:t>by pointing to the next partition in the link. 2) If a partition in the chain becomes </a:t>
            </a:r>
            <a:r>
              <a:rPr lang="en-US" sz="1600">
                <a:solidFill>
                  <a:srgbClr val="FFC000"/>
                </a:solidFill>
              </a:rPr>
              <a:t>corrupted</a:t>
            </a:r>
            <a:r>
              <a:rPr lang="en-US" sz="1600"/>
              <a:t>, all subsequent partitions have no definition.</a:t>
            </a:r>
          </a:p>
        </p:txBody>
      </p:sp>
      <p:pic>
        <p:nvPicPr>
          <p:cNvPr id="16389" name="Picture 3"/>
          <p:cNvPicPr>
            <a:picLocks noChangeAspect="1" noChangeArrowheads="1"/>
          </p:cNvPicPr>
          <p:nvPr/>
        </p:nvPicPr>
        <p:blipFill>
          <a:blip r:embed="rId2"/>
          <a:srcRect/>
          <a:stretch>
            <a:fillRect/>
          </a:stretch>
        </p:blipFill>
        <p:spPr bwMode="auto">
          <a:xfrm>
            <a:off x="4800600" y="838200"/>
            <a:ext cx="4283075" cy="1295400"/>
          </a:xfrm>
          <a:prstGeom prst="rect">
            <a:avLst/>
          </a:prstGeom>
          <a:noFill/>
          <a:ln w="9525">
            <a:noFill/>
            <a:miter lim="800000"/>
            <a:headEnd/>
            <a:tailEnd/>
          </a:ln>
        </p:spPr>
      </p:pic>
      <p:pic>
        <p:nvPicPr>
          <p:cNvPr id="16390" name="Picture 3"/>
          <p:cNvPicPr>
            <a:picLocks noChangeAspect="1" noChangeArrowheads="1"/>
          </p:cNvPicPr>
          <p:nvPr/>
        </p:nvPicPr>
        <p:blipFill>
          <a:blip r:embed="rId3"/>
          <a:srcRect/>
          <a:stretch>
            <a:fillRect/>
          </a:stretch>
        </p:blipFill>
        <p:spPr bwMode="auto">
          <a:xfrm>
            <a:off x="4800600" y="3657600"/>
            <a:ext cx="4267200" cy="1782763"/>
          </a:xfrm>
          <a:prstGeom prst="rect">
            <a:avLst/>
          </a:prstGeom>
          <a:noFill/>
          <a:ln w="9525">
            <a:noFill/>
            <a:miter lim="800000"/>
            <a:headEnd/>
            <a:tailEnd/>
          </a:ln>
        </p:spPr>
      </p:pic>
      <p:pic>
        <p:nvPicPr>
          <p:cNvPr id="16391" name="Picture 2"/>
          <p:cNvPicPr>
            <a:picLocks noChangeAspect="1" noChangeArrowheads="1"/>
          </p:cNvPicPr>
          <p:nvPr/>
        </p:nvPicPr>
        <p:blipFill>
          <a:blip r:embed="rId4"/>
          <a:srcRect/>
          <a:stretch>
            <a:fillRect/>
          </a:stretch>
        </p:blipFill>
        <p:spPr bwMode="auto">
          <a:xfrm>
            <a:off x="4762500" y="2209800"/>
            <a:ext cx="4305300" cy="1371600"/>
          </a:xfrm>
          <a:prstGeom prst="rect">
            <a:avLst/>
          </a:prstGeom>
          <a:noFill/>
          <a:ln w="9525">
            <a:noFill/>
            <a:miter lim="800000"/>
            <a:headEnd/>
            <a:tailEnd/>
          </a:ln>
        </p:spPr>
      </p:pic>
      <p:pic>
        <p:nvPicPr>
          <p:cNvPr id="16392" name="Picture 2"/>
          <p:cNvPicPr>
            <a:picLocks noChangeAspect="1" noChangeArrowheads="1"/>
          </p:cNvPicPr>
          <p:nvPr/>
        </p:nvPicPr>
        <p:blipFill>
          <a:blip r:embed="rId5"/>
          <a:srcRect/>
          <a:stretch>
            <a:fillRect/>
          </a:stretch>
        </p:blipFill>
        <p:spPr bwMode="auto">
          <a:xfrm>
            <a:off x="4902200" y="5486400"/>
            <a:ext cx="4013200" cy="13001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1306" y="739369"/>
            <a:ext cx="5791200" cy="446087"/>
          </a:xfrm>
        </p:spPr>
        <p:txBody>
          <a:bodyPr/>
          <a:lstStyle/>
          <a:p>
            <a:pPr>
              <a:buClr>
                <a:srgbClr val="FFFF00"/>
              </a:buClr>
              <a:buFont typeface="Wingdings" pitchFamily="2" charset="2"/>
              <a:buChar char="q"/>
              <a:defRPr/>
            </a:pPr>
            <a:r>
              <a:rPr lang="en-MY" sz="2200" b="1" dirty="0" smtClean="0">
                <a:solidFill>
                  <a:srgbClr val="FFFF00"/>
                </a:solidFill>
              </a:rPr>
              <a:t> Disk Partition (MBR)</a:t>
            </a:r>
            <a:r>
              <a:rPr lang="en-MY" b="1" dirty="0" smtClean="0"/>
              <a:t> </a:t>
            </a:r>
            <a:endParaRPr lang="en-MY" b="1" dirty="0"/>
          </a:p>
        </p:txBody>
      </p:sp>
      <p:sp>
        <p:nvSpPr>
          <p:cNvPr id="5" name="Title 1"/>
          <p:cNvSpPr>
            <a:spLocks noGrp="1"/>
          </p:cNvSpPr>
          <p:nvPr>
            <p:ph type="title"/>
          </p:nvPr>
        </p:nvSpPr>
        <p:spPr>
          <a:xfrm>
            <a:off x="457200" y="76200"/>
            <a:ext cx="8229600" cy="747713"/>
          </a:xfrm>
        </p:spPr>
        <p:txBody>
          <a:bodyPr/>
          <a:lstStyle/>
          <a:p>
            <a:pPr algn="ctr">
              <a:defRPr/>
            </a:pPr>
            <a:r>
              <a:rPr lang="en-GB" sz="3600" dirty="0" smtClean="0">
                <a:solidFill>
                  <a:srgbClr val="18B2B6"/>
                </a:solidFill>
              </a:rPr>
              <a:t>5.3 Examination (contd.)</a:t>
            </a:r>
          </a:p>
        </p:txBody>
      </p:sp>
      <p:pic>
        <p:nvPicPr>
          <p:cNvPr id="7" name="Content Placeholder 9" descr="The screenshot shows win h e x- hard disk 2 dialog Box. The dialog box contains three sections. The first section titled, partitioning style: m b r shows the list of name, e x t, size created, modified, record changed, a t t r., and 1st sector. The first sectors in partition 1, 2, and 3 are converted to decimal. 0 times 800 = 2048, 0 times 0c350800 = 204,802,048, 0 times 124f8800 = 307,202,048, 0 times 130b0800 = 319,490,0048. Below this, the second section shows a table which contains the list of columns as follows: offset, 0, 1, 2, 3, 4, 5, 6, 7, 8, 9, a, b, c, d, e f, a n s I, and a s c I i. The offset 07, 07, 0c, and 0f in column 2 are the partition file which contains system codes. The first sector for each partition in column 6, 7, 8, and 9 are converted to decimal. They are as follows: 0 times, 800 = 2048. 0 times, 0c350800 = 204,802,048. 0 times 124f8800 = 307,202,048. 0 times 130b0800 = 319,490,048. The number of sectors in each partition from column a to e are converted to decimal. They are as follows: 0 times 0c000035 = 201,326,645. 0 times 061a8000 = 102,400,000. 0 times 00bb8000 = 12,288,000. 0 times 272c5000 = 657,215,488. The partition offsets in column e are as follows: 1st partition offset, 0 times 1 b e. 2nd partition offset, 0 times 1 c e. 3rd partition offset, 0 times 1 d e. 4th partition offset, 0 times 1 e e. Beside the table, the third section shows the details of hard disk 2, default edit models, total capacity, partition, relative sector no., mode, offsets, bytes per page, window, number of windows, clipboard, and t e m p folder.      ">
            <a:extLst>
              <a:ext uri="{FF2B5EF4-FFF2-40B4-BE49-F238E27FC236}">
                <a16:creationId xmlns:a16="http://schemas.microsoft.com/office/drawing/2014/main" xmlns="" id="{413E2C54-FF0F-8242-A76B-FCD2FA9703D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6832"/>
          <a:stretch/>
        </p:blipFill>
        <p:spPr bwMode="auto">
          <a:xfrm>
            <a:off x="1975174" y="1185455"/>
            <a:ext cx="5720944" cy="511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096906" y="6300306"/>
            <a:ext cx="3506088" cy="307777"/>
          </a:xfrm>
          <a:prstGeom prst="rect">
            <a:avLst/>
          </a:prstGeom>
        </p:spPr>
        <p:txBody>
          <a:bodyPr wrap="none">
            <a:spAutoFit/>
          </a:bodyPr>
          <a:lstStyle/>
          <a:p>
            <a:r>
              <a:rPr lang="en-MY" sz="1400" dirty="0" smtClean="0">
                <a:solidFill>
                  <a:srgbClr val="FFFF00"/>
                </a:solidFill>
              </a:rPr>
              <a:t>The partition table in a hexadecimal editor</a:t>
            </a:r>
            <a:endParaRPr lang="en-US" sz="1400" dirty="0">
              <a:solidFill>
                <a:srgbClr val="FFFF00"/>
              </a:solidFill>
            </a:endParaRPr>
          </a:p>
        </p:txBody>
      </p:sp>
    </p:spTree>
    <p:extLst>
      <p:ext uri="{BB962C8B-B14F-4D97-AF65-F5344CB8AC3E}">
        <p14:creationId xmlns:p14="http://schemas.microsoft.com/office/powerpoint/2010/main" val="39198168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762000"/>
            <a:ext cx="5791200" cy="446088"/>
          </a:xfrm>
        </p:spPr>
        <p:txBody>
          <a:bodyPr/>
          <a:lstStyle/>
          <a:p>
            <a:pPr>
              <a:buClr>
                <a:srgbClr val="FFFF00"/>
              </a:buClr>
              <a:buFont typeface="Wingdings" pitchFamily="2" charset="2"/>
              <a:buChar char="q"/>
              <a:defRPr/>
            </a:pPr>
            <a:r>
              <a:rPr lang="en-MY" sz="2200" b="1" dirty="0" smtClean="0">
                <a:solidFill>
                  <a:srgbClr val="FFFF00"/>
                </a:solidFill>
              </a:rPr>
              <a:t> 5.3.1.2.2 GUID Partition Table (GPT)</a:t>
            </a:r>
            <a:r>
              <a:rPr lang="en-MY" b="1" dirty="0" smtClean="0"/>
              <a:t> </a:t>
            </a:r>
            <a:endParaRPr lang="en-MY" b="1" dirty="0"/>
          </a:p>
        </p:txBody>
      </p:sp>
      <p:sp>
        <p:nvSpPr>
          <p:cNvPr id="5" name="Title 1"/>
          <p:cNvSpPr>
            <a:spLocks noGrp="1"/>
          </p:cNvSpPr>
          <p:nvPr>
            <p:ph type="title"/>
          </p:nvPr>
        </p:nvSpPr>
        <p:spPr>
          <a:xfrm>
            <a:off x="457200" y="76200"/>
            <a:ext cx="8229600" cy="747713"/>
          </a:xfrm>
        </p:spPr>
        <p:txBody>
          <a:bodyPr/>
          <a:lstStyle/>
          <a:p>
            <a:pPr algn="ctr">
              <a:defRPr/>
            </a:pPr>
            <a:r>
              <a:rPr lang="en-GB" sz="3600" dirty="0" smtClean="0">
                <a:solidFill>
                  <a:srgbClr val="18B2B6"/>
                </a:solidFill>
              </a:rPr>
              <a:t>5.3 Examination (contd.)</a:t>
            </a:r>
          </a:p>
        </p:txBody>
      </p:sp>
      <p:sp>
        <p:nvSpPr>
          <p:cNvPr id="17412" name="Rectangle 5"/>
          <p:cNvSpPr>
            <a:spLocks noChangeArrowheads="1"/>
          </p:cNvSpPr>
          <p:nvPr/>
        </p:nvSpPr>
        <p:spPr bwMode="auto">
          <a:xfrm>
            <a:off x="228600" y="1143000"/>
            <a:ext cx="4953000" cy="5478463"/>
          </a:xfrm>
          <a:prstGeom prst="rect">
            <a:avLst/>
          </a:prstGeom>
          <a:noFill/>
          <a:ln w="9525">
            <a:noFill/>
            <a:miter lim="800000"/>
            <a:headEnd/>
            <a:tailEnd/>
          </a:ln>
        </p:spPr>
        <p:txBody>
          <a:bodyPr>
            <a:spAutoFit/>
          </a:bodyPr>
          <a:lstStyle/>
          <a:p>
            <a:pPr>
              <a:spcBef>
                <a:spcPts val="600"/>
              </a:spcBef>
              <a:spcAft>
                <a:spcPts val="600"/>
              </a:spcAft>
              <a:buClr>
                <a:srgbClr val="FFFF00"/>
              </a:buClr>
              <a:buFont typeface="Wingdings" pitchFamily="2" charset="2"/>
              <a:buChar char="ü"/>
            </a:pPr>
            <a:r>
              <a:rPr lang="en-US" sz="1600"/>
              <a:t> To address </a:t>
            </a:r>
            <a:r>
              <a:rPr lang="en-US" sz="1600">
                <a:solidFill>
                  <a:srgbClr val="FFC000"/>
                </a:solidFill>
              </a:rPr>
              <a:t>limitations of the MBR </a:t>
            </a:r>
            <a:r>
              <a:rPr lang="en-US" sz="1600"/>
              <a:t>partitioning format, GPT schemes were created for </a:t>
            </a:r>
            <a:r>
              <a:rPr lang="en-US" sz="1600">
                <a:solidFill>
                  <a:srgbClr val="FFC000"/>
                </a:solidFill>
              </a:rPr>
              <a:t>using GUIDs (global unique identifiers) to reference each partition</a:t>
            </a:r>
            <a:r>
              <a:rPr lang="en-US" sz="1600"/>
              <a:t>; not limiting the number of partitions to a defined </a:t>
            </a:r>
            <a:r>
              <a:rPr lang="en-US" sz="1600">
                <a:solidFill>
                  <a:srgbClr val="FFC000"/>
                </a:solidFill>
              </a:rPr>
              <a:t>set of four.</a:t>
            </a:r>
            <a:endParaRPr lang="en-US" sz="1600"/>
          </a:p>
          <a:p>
            <a:pPr>
              <a:spcBef>
                <a:spcPts val="600"/>
              </a:spcBef>
              <a:spcAft>
                <a:spcPts val="600"/>
              </a:spcAft>
              <a:buClr>
                <a:srgbClr val="FFFF00"/>
              </a:buClr>
              <a:buFont typeface="Wingdings" pitchFamily="2" charset="2"/>
              <a:buChar char="ü"/>
            </a:pPr>
            <a:r>
              <a:rPr lang="en-US" sz="1600"/>
              <a:t> Using </a:t>
            </a:r>
            <a:r>
              <a:rPr lang="en-US" sz="1600">
                <a:solidFill>
                  <a:srgbClr val="FFC000"/>
                </a:solidFill>
              </a:rPr>
              <a:t>64 bit LBA (Logical Block Addressing) </a:t>
            </a:r>
            <a:r>
              <a:rPr lang="en-US" sz="1600"/>
              <a:t>for storing sector numbers, there by increasing the </a:t>
            </a:r>
            <a:r>
              <a:rPr lang="en-US" sz="1600">
                <a:solidFill>
                  <a:srgbClr val="FFC000"/>
                </a:solidFill>
              </a:rPr>
              <a:t>theoretical maximum disk size</a:t>
            </a:r>
            <a:r>
              <a:rPr lang="en-US" sz="1600"/>
              <a:t>; and </a:t>
            </a:r>
            <a:r>
              <a:rPr lang="en-US" sz="1600">
                <a:solidFill>
                  <a:srgbClr val="FFC000"/>
                </a:solidFill>
              </a:rPr>
              <a:t>maintaining backups and CRC32 checksums </a:t>
            </a:r>
            <a:r>
              <a:rPr lang="en-US" sz="1600"/>
              <a:t>to detect and fix potential corruption.</a:t>
            </a:r>
          </a:p>
          <a:p>
            <a:pPr>
              <a:spcBef>
                <a:spcPts val="600"/>
              </a:spcBef>
              <a:spcAft>
                <a:spcPts val="600"/>
              </a:spcAft>
              <a:buClr>
                <a:srgbClr val="FFFF00"/>
              </a:buClr>
              <a:buFont typeface="Wingdings" pitchFamily="2" charset="2"/>
              <a:buChar char="ü"/>
            </a:pPr>
            <a:r>
              <a:rPr lang="en-US" sz="1600"/>
              <a:t> The GPT partition scheme </a:t>
            </a:r>
            <a:r>
              <a:rPr lang="en-US" sz="1600">
                <a:solidFill>
                  <a:srgbClr val="FFC000"/>
                </a:solidFill>
              </a:rPr>
              <a:t>reserves absolute sector zero</a:t>
            </a:r>
            <a:r>
              <a:rPr lang="en-US" sz="1600"/>
              <a:t> and utilizes the </a:t>
            </a:r>
            <a:r>
              <a:rPr lang="en-US" sz="1600">
                <a:solidFill>
                  <a:srgbClr val="FFC000"/>
                </a:solidFill>
              </a:rPr>
              <a:t>same offset </a:t>
            </a:r>
            <a:r>
              <a:rPr lang="en-US" sz="1600"/>
              <a:t>as the MBR uses to describe a partition. This </a:t>
            </a:r>
            <a:r>
              <a:rPr lang="en-US" sz="1600">
                <a:solidFill>
                  <a:srgbClr val="FFC000"/>
                </a:solidFill>
              </a:rPr>
              <a:t>first entry </a:t>
            </a:r>
            <a:r>
              <a:rPr lang="en-US" sz="1600"/>
              <a:t>describes the entire disk up to </a:t>
            </a:r>
            <a:r>
              <a:rPr lang="en-US" sz="1600">
                <a:solidFill>
                  <a:srgbClr val="FFC000"/>
                </a:solidFill>
              </a:rPr>
              <a:t>2 TiB </a:t>
            </a:r>
            <a:r>
              <a:rPr lang="en-US" sz="1600"/>
              <a:t>(the </a:t>
            </a:r>
            <a:r>
              <a:rPr lang="en-US" sz="1600">
                <a:solidFill>
                  <a:srgbClr val="FFC000"/>
                </a:solidFill>
              </a:rPr>
              <a:t>maximum size definable in an MBR</a:t>
            </a:r>
            <a:r>
              <a:rPr lang="en-US" sz="1600"/>
              <a:t>). </a:t>
            </a:r>
          </a:p>
          <a:p>
            <a:pPr>
              <a:spcBef>
                <a:spcPts val="600"/>
              </a:spcBef>
              <a:spcAft>
                <a:spcPts val="600"/>
              </a:spcAft>
              <a:buClr>
                <a:srgbClr val="FFFF00"/>
              </a:buClr>
              <a:buFont typeface="Wingdings" pitchFamily="2" charset="2"/>
              <a:buChar char="ü"/>
            </a:pPr>
            <a:r>
              <a:rPr lang="en-US" sz="1600"/>
              <a:t> The </a:t>
            </a:r>
            <a:r>
              <a:rPr lang="en-US" sz="1600">
                <a:solidFill>
                  <a:srgbClr val="FFC000"/>
                </a:solidFill>
              </a:rPr>
              <a:t>next sector </a:t>
            </a:r>
            <a:r>
              <a:rPr lang="en-US" sz="1600"/>
              <a:t>contains the </a:t>
            </a:r>
            <a:r>
              <a:rPr lang="en-US" sz="1600">
                <a:solidFill>
                  <a:srgbClr val="FFC000"/>
                </a:solidFill>
              </a:rPr>
              <a:t>GPT header </a:t>
            </a:r>
            <a:r>
              <a:rPr lang="en-US" sz="1600"/>
              <a:t>and defines the </a:t>
            </a:r>
            <a:r>
              <a:rPr lang="en-US" sz="1600">
                <a:solidFill>
                  <a:srgbClr val="FFC000"/>
                </a:solidFill>
              </a:rPr>
              <a:t>disk contents </a:t>
            </a:r>
            <a:r>
              <a:rPr lang="en-US" sz="1600"/>
              <a:t>(</a:t>
            </a:r>
            <a:r>
              <a:rPr lang="en-US" sz="1600">
                <a:solidFill>
                  <a:srgbClr val="FFC000"/>
                </a:solidFill>
              </a:rPr>
              <a:t>Table 5.5 and Table 5.6</a:t>
            </a:r>
            <a:r>
              <a:rPr lang="en-US" sz="1600"/>
              <a:t>). Contents include the  </a:t>
            </a:r>
            <a:r>
              <a:rPr lang="en-US" sz="1600">
                <a:solidFill>
                  <a:srgbClr val="FFC000"/>
                </a:solidFill>
              </a:rPr>
              <a:t>GUID for the disk</a:t>
            </a:r>
            <a:r>
              <a:rPr lang="en-US" sz="1600"/>
              <a:t>, </a:t>
            </a:r>
            <a:r>
              <a:rPr lang="en-US" sz="1600">
                <a:solidFill>
                  <a:srgbClr val="FFC000"/>
                </a:solidFill>
              </a:rPr>
              <a:t>partition table location</a:t>
            </a:r>
            <a:r>
              <a:rPr lang="en-US" sz="1600"/>
              <a:t>, </a:t>
            </a:r>
            <a:r>
              <a:rPr lang="en-US" sz="1600">
                <a:solidFill>
                  <a:srgbClr val="FFC000"/>
                </a:solidFill>
              </a:rPr>
              <a:t>maximum number of partitions</a:t>
            </a:r>
            <a:r>
              <a:rPr lang="en-US" sz="1600"/>
              <a:t>, and </a:t>
            </a:r>
            <a:r>
              <a:rPr lang="en-US" sz="1600">
                <a:solidFill>
                  <a:srgbClr val="FFC000"/>
                </a:solidFill>
              </a:rPr>
              <a:t>location of the backup header</a:t>
            </a:r>
            <a:r>
              <a:rPr lang="en-US" sz="1600"/>
              <a:t>.</a:t>
            </a:r>
          </a:p>
        </p:txBody>
      </p:sp>
      <p:pic>
        <p:nvPicPr>
          <p:cNvPr id="17413" name="Picture 2"/>
          <p:cNvPicPr>
            <a:picLocks noChangeAspect="1" noChangeArrowheads="1"/>
          </p:cNvPicPr>
          <p:nvPr/>
        </p:nvPicPr>
        <p:blipFill>
          <a:blip r:embed="rId2"/>
          <a:srcRect/>
          <a:stretch>
            <a:fillRect/>
          </a:stretch>
        </p:blipFill>
        <p:spPr bwMode="auto">
          <a:xfrm>
            <a:off x="5099050" y="1828800"/>
            <a:ext cx="4044950" cy="2500313"/>
          </a:xfrm>
          <a:prstGeom prst="rect">
            <a:avLst/>
          </a:prstGeom>
          <a:noFill/>
          <a:ln w="9525">
            <a:noFill/>
            <a:miter lim="800000"/>
            <a:headEnd/>
            <a:tailEnd/>
          </a:ln>
        </p:spPr>
      </p:pic>
      <p:pic>
        <p:nvPicPr>
          <p:cNvPr id="17414" name="Picture 2"/>
          <p:cNvPicPr>
            <a:picLocks noChangeAspect="1" noChangeArrowheads="1"/>
          </p:cNvPicPr>
          <p:nvPr/>
        </p:nvPicPr>
        <p:blipFill>
          <a:blip r:embed="rId3"/>
          <a:srcRect/>
          <a:stretch>
            <a:fillRect/>
          </a:stretch>
        </p:blipFill>
        <p:spPr bwMode="auto">
          <a:xfrm>
            <a:off x="4953000" y="4800600"/>
            <a:ext cx="4191000" cy="1416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762000"/>
            <a:ext cx="8534400" cy="4038600"/>
          </a:xfrm>
        </p:spPr>
        <p:txBody>
          <a:bodyPr/>
          <a:lstStyle/>
          <a:p>
            <a:pPr>
              <a:spcBef>
                <a:spcPts val="600"/>
              </a:spcBef>
              <a:spcAft>
                <a:spcPts val="600"/>
              </a:spcAft>
              <a:buClr>
                <a:srgbClr val="FFFF00"/>
              </a:buClr>
              <a:buFont typeface="Wingdings" pitchFamily="2" charset="2"/>
              <a:buChar char="q"/>
              <a:defRPr/>
            </a:pPr>
            <a:r>
              <a:rPr lang="en-MY" altLang="x-none" sz="2200" noProof="1" smtClean="0">
                <a:solidFill>
                  <a:srgbClr val="FFFF00"/>
                </a:solidFill>
                <a:effectLst/>
              </a:rPr>
              <a:t> </a:t>
            </a:r>
            <a:r>
              <a:rPr lang="en-MY" altLang="x-none" sz="2200" b="1" noProof="1" smtClean="0">
                <a:solidFill>
                  <a:srgbClr val="FFFF00"/>
                </a:solidFill>
                <a:effectLst/>
              </a:rPr>
              <a:t>5.3.2 File </a:t>
            </a:r>
            <a:r>
              <a:rPr lang="en-MY" altLang="x-none" sz="2200" b="1" noProof="1">
                <a:solidFill>
                  <a:srgbClr val="FFFF00"/>
                </a:solidFill>
                <a:effectLst/>
              </a:rPr>
              <a:t>Systems</a:t>
            </a:r>
          </a:p>
          <a:p>
            <a:pPr marL="339725">
              <a:spcBef>
                <a:spcPts val="600"/>
              </a:spcBef>
              <a:spcAft>
                <a:spcPts val="600"/>
              </a:spcAft>
              <a:buClr>
                <a:srgbClr val="FFFF00"/>
              </a:buClr>
              <a:buFont typeface="Wingdings" pitchFamily="2" charset="2"/>
              <a:buChar char="ü"/>
              <a:tabLst>
                <a:tab pos="339725" algn="l"/>
              </a:tabLst>
              <a:defRPr/>
            </a:pPr>
            <a:r>
              <a:rPr lang="en-MY" altLang="x-none" sz="1800" noProof="1" smtClean="0">
                <a:effectLst/>
              </a:rPr>
              <a:t> </a:t>
            </a:r>
            <a:r>
              <a:rPr lang="en-US" sz="1600" dirty="0" smtClean="0">
                <a:effectLst/>
              </a:rPr>
              <a:t>File systems are </a:t>
            </a:r>
            <a:r>
              <a:rPr lang="en-US" sz="1600" dirty="0" smtClean="0">
                <a:solidFill>
                  <a:srgbClr val="FFC000"/>
                </a:solidFill>
                <a:effectLst/>
              </a:rPr>
              <a:t>formatted on to a volume </a:t>
            </a:r>
            <a:r>
              <a:rPr lang="en-US" sz="1600" dirty="0" smtClean="0">
                <a:effectLst/>
              </a:rPr>
              <a:t>– either a </a:t>
            </a:r>
            <a:r>
              <a:rPr lang="en-US" sz="1600" dirty="0" smtClean="0">
                <a:solidFill>
                  <a:srgbClr val="FFC000"/>
                </a:solidFill>
                <a:effectLst/>
              </a:rPr>
              <a:t>single-partition</a:t>
            </a:r>
            <a:r>
              <a:rPr lang="en-US" sz="1600" dirty="0" smtClean="0">
                <a:effectLst/>
              </a:rPr>
              <a:t> or a </a:t>
            </a:r>
            <a:r>
              <a:rPr lang="en-US" sz="1600" dirty="0" smtClean="0">
                <a:solidFill>
                  <a:srgbClr val="FFC000"/>
                </a:solidFill>
                <a:effectLst/>
              </a:rPr>
              <a:t>multiple-partition volume </a:t>
            </a:r>
            <a:r>
              <a:rPr lang="en-US" sz="1600" dirty="0" smtClean="0">
                <a:effectLst/>
              </a:rPr>
              <a:t>in the case of a </a:t>
            </a:r>
            <a:r>
              <a:rPr lang="en-US" sz="1600" dirty="0" smtClean="0">
                <a:solidFill>
                  <a:srgbClr val="FFC000"/>
                </a:solidFill>
                <a:effectLst/>
              </a:rPr>
              <a:t>RAID</a:t>
            </a:r>
            <a:r>
              <a:rPr lang="en-US" sz="1600" dirty="0" smtClean="0">
                <a:effectLst/>
              </a:rPr>
              <a:t> or an </a:t>
            </a:r>
            <a:r>
              <a:rPr lang="en-US" sz="1600" dirty="0" smtClean="0">
                <a:solidFill>
                  <a:srgbClr val="FFC000"/>
                </a:solidFill>
                <a:effectLst/>
              </a:rPr>
              <a:t>LVM</a:t>
            </a:r>
            <a:r>
              <a:rPr lang="en-US" sz="1600" dirty="0" smtClean="0">
                <a:effectLst/>
              </a:rPr>
              <a:t>. </a:t>
            </a:r>
          </a:p>
          <a:p>
            <a:pPr marL="339725">
              <a:spcBef>
                <a:spcPts val="600"/>
              </a:spcBef>
              <a:spcAft>
                <a:spcPts val="600"/>
              </a:spcAft>
              <a:buClr>
                <a:srgbClr val="FFFF00"/>
              </a:buClr>
              <a:buFont typeface="Wingdings" pitchFamily="2" charset="2"/>
              <a:buChar char="ü"/>
              <a:tabLst>
                <a:tab pos="339725" algn="l"/>
              </a:tabLst>
              <a:defRPr/>
            </a:pPr>
            <a:endParaRPr lang="en-US" sz="1600" dirty="0" smtClean="0">
              <a:effectLst/>
            </a:endParaRPr>
          </a:p>
          <a:p>
            <a:pPr marL="339725">
              <a:spcBef>
                <a:spcPts val="600"/>
              </a:spcBef>
              <a:spcAft>
                <a:spcPts val="600"/>
              </a:spcAft>
              <a:buClr>
                <a:srgbClr val="FFFF00"/>
              </a:buClr>
              <a:tabLst>
                <a:tab pos="339725" algn="l"/>
              </a:tabLst>
              <a:defRPr/>
            </a:pPr>
            <a:endParaRPr lang="en-US" sz="1600" dirty="0" smtClean="0">
              <a:effectLst/>
            </a:endParaRPr>
          </a:p>
          <a:p>
            <a:pPr marL="339725">
              <a:spcBef>
                <a:spcPts val="600"/>
              </a:spcBef>
              <a:spcAft>
                <a:spcPts val="600"/>
              </a:spcAft>
              <a:buClr>
                <a:srgbClr val="FFFF00"/>
              </a:buClr>
              <a:tabLst>
                <a:tab pos="339725" algn="l"/>
              </a:tabLst>
              <a:defRPr/>
            </a:pPr>
            <a:endParaRPr lang="en-US" sz="1600" dirty="0" smtClean="0">
              <a:effectLst/>
            </a:endParaRPr>
          </a:p>
          <a:p>
            <a:pPr marL="339725">
              <a:spcBef>
                <a:spcPts val="600"/>
              </a:spcBef>
              <a:spcAft>
                <a:spcPts val="600"/>
              </a:spcAft>
              <a:buClr>
                <a:srgbClr val="FFFF00"/>
              </a:buClr>
              <a:buFont typeface="Wingdings" pitchFamily="2" charset="2"/>
              <a:buChar char="ü"/>
              <a:tabLst>
                <a:tab pos="339725" algn="l"/>
              </a:tabLst>
              <a:defRPr/>
            </a:pPr>
            <a:r>
              <a:rPr lang="en-US" sz="1600" dirty="0" smtClean="0">
                <a:effectLst/>
              </a:rPr>
              <a:t> Provides a means by which the </a:t>
            </a:r>
            <a:r>
              <a:rPr lang="en-US" sz="1600" dirty="0" smtClean="0">
                <a:solidFill>
                  <a:srgbClr val="FFC000"/>
                </a:solidFill>
                <a:effectLst/>
              </a:rPr>
              <a:t>OS can access the actual files </a:t>
            </a:r>
            <a:r>
              <a:rPr lang="en-US" sz="1600" dirty="0" smtClean="0">
                <a:effectLst/>
              </a:rPr>
              <a:t>stored on disk (can be thought of as a </a:t>
            </a:r>
            <a:r>
              <a:rPr lang="en-US" sz="1600" dirty="0" smtClean="0">
                <a:solidFill>
                  <a:srgbClr val="FFC000"/>
                </a:solidFill>
                <a:effectLst/>
              </a:rPr>
              <a:t>database</a:t>
            </a:r>
            <a:r>
              <a:rPr lang="en-US" sz="1600" dirty="0" smtClean="0">
                <a:effectLst/>
              </a:rPr>
              <a:t> in the sense that, like a database, data is stored somewhere on the volume) and </a:t>
            </a:r>
            <a:r>
              <a:rPr lang="en-US" sz="1600" dirty="0" smtClean="0">
                <a:solidFill>
                  <a:srgbClr val="FFC000"/>
                </a:solidFill>
                <a:effectLst/>
              </a:rPr>
              <a:t>metadata</a:t>
            </a:r>
            <a:r>
              <a:rPr lang="en-US" sz="1600" dirty="0" smtClean="0">
                <a:effectLst/>
              </a:rPr>
              <a:t> is used to track the data.</a:t>
            </a:r>
          </a:p>
          <a:p>
            <a:pPr marL="339725">
              <a:spcBef>
                <a:spcPts val="600"/>
              </a:spcBef>
              <a:spcAft>
                <a:spcPts val="600"/>
              </a:spcAft>
              <a:buClr>
                <a:srgbClr val="FFFF00"/>
              </a:buClr>
              <a:buFont typeface="Wingdings" pitchFamily="2" charset="2"/>
              <a:buChar char="ü"/>
              <a:tabLst>
                <a:tab pos="339725" algn="l"/>
              </a:tabLst>
              <a:defRPr/>
            </a:pPr>
            <a:r>
              <a:rPr lang="en-US" sz="1600" dirty="0" smtClean="0">
                <a:effectLst/>
              </a:rPr>
              <a:t> </a:t>
            </a:r>
            <a:r>
              <a:rPr lang="en-US" sz="1600" dirty="0" smtClean="0">
                <a:solidFill>
                  <a:srgbClr val="FFC000"/>
                </a:solidFill>
                <a:effectLst/>
              </a:rPr>
              <a:t>Modern file systems </a:t>
            </a:r>
            <a:r>
              <a:rPr lang="en-US" sz="1600" dirty="0" smtClean="0">
                <a:effectLst/>
              </a:rPr>
              <a:t>are largely </a:t>
            </a:r>
            <a:r>
              <a:rPr lang="en-US" sz="1600" dirty="0" smtClean="0">
                <a:solidFill>
                  <a:srgbClr val="FFC000"/>
                </a:solidFill>
                <a:effectLst/>
              </a:rPr>
              <a:t>independent of the OS </a:t>
            </a:r>
            <a:r>
              <a:rPr lang="en-US" sz="1600" dirty="0" smtClean="0">
                <a:effectLst/>
              </a:rPr>
              <a:t>– Linux can read and write to the </a:t>
            </a:r>
            <a:r>
              <a:rPr lang="en-US" sz="1600" dirty="0" smtClean="0">
                <a:solidFill>
                  <a:srgbClr val="FFC000"/>
                </a:solidFill>
                <a:effectLst/>
              </a:rPr>
              <a:t>Microsoft NTFS</a:t>
            </a:r>
            <a:r>
              <a:rPr lang="en-US" sz="1600" dirty="0" smtClean="0">
                <a:effectLst/>
              </a:rPr>
              <a:t>, and with the proper drivers, Windows can read and write to </a:t>
            </a:r>
            <a:r>
              <a:rPr lang="en-US" sz="1600" dirty="0" smtClean="0">
                <a:solidFill>
                  <a:srgbClr val="FFC000"/>
                </a:solidFill>
                <a:effectLst/>
              </a:rPr>
              <a:t>Linux EXT (Extended File System)</a:t>
            </a:r>
            <a:r>
              <a:rPr lang="en-US" sz="1600" dirty="0" smtClean="0">
                <a:effectLst/>
              </a:rPr>
              <a:t>.</a:t>
            </a:r>
          </a:p>
        </p:txBody>
      </p:sp>
      <p:sp>
        <p:nvSpPr>
          <p:cNvPr id="4" name="Title 1"/>
          <p:cNvSpPr>
            <a:spLocks noGrp="1"/>
          </p:cNvSpPr>
          <p:nvPr>
            <p:ph type="title"/>
          </p:nvPr>
        </p:nvSpPr>
        <p:spPr>
          <a:xfrm>
            <a:off x="457200" y="76200"/>
            <a:ext cx="8229600" cy="747713"/>
          </a:xfrm>
        </p:spPr>
        <p:txBody>
          <a:bodyPr/>
          <a:lstStyle/>
          <a:p>
            <a:pPr algn="ctr">
              <a:defRPr/>
            </a:pPr>
            <a:r>
              <a:rPr lang="en-GB" sz="3600" dirty="0" smtClean="0">
                <a:solidFill>
                  <a:srgbClr val="18B2B6"/>
                </a:solidFill>
              </a:rPr>
              <a:t>5.3 Examination (contd.)</a:t>
            </a:r>
          </a:p>
        </p:txBody>
      </p:sp>
      <p:pic>
        <p:nvPicPr>
          <p:cNvPr id="18436" name="Picture 4"/>
          <p:cNvPicPr>
            <a:picLocks noChangeAspect="1" noChangeArrowheads="1"/>
          </p:cNvPicPr>
          <p:nvPr/>
        </p:nvPicPr>
        <p:blipFill>
          <a:blip r:embed="rId2"/>
          <a:srcRect/>
          <a:stretch>
            <a:fillRect/>
          </a:stretch>
        </p:blipFill>
        <p:spPr bwMode="auto">
          <a:xfrm>
            <a:off x="1752600" y="1905000"/>
            <a:ext cx="6191250" cy="1219200"/>
          </a:xfrm>
          <a:prstGeom prst="rect">
            <a:avLst/>
          </a:prstGeom>
          <a:noFill/>
          <a:ln w="9525">
            <a:noFill/>
            <a:miter lim="800000"/>
            <a:headEnd/>
            <a:tailEnd/>
          </a:ln>
        </p:spPr>
      </p:pic>
      <p:pic>
        <p:nvPicPr>
          <p:cNvPr id="18437" name="Picture 3"/>
          <p:cNvPicPr>
            <a:picLocks noChangeAspect="1" noChangeArrowheads="1"/>
          </p:cNvPicPr>
          <p:nvPr/>
        </p:nvPicPr>
        <p:blipFill>
          <a:blip r:embed="rId3"/>
          <a:srcRect/>
          <a:stretch>
            <a:fillRect/>
          </a:stretch>
        </p:blipFill>
        <p:spPr bwMode="auto">
          <a:xfrm>
            <a:off x="3352800" y="4572000"/>
            <a:ext cx="5791200" cy="22209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6"/>
          <p:cNvPicPr>
            <a:picLocks noChangeAspect="1" noChangeArrowheads="1"/>
          </p:cNvPicPr>
          <p:nvPr/>
        </p:nvPicPr>
        <p:blipFill>
          <a:blip r:embed="rId2"/>
          <a:srcRect/>
          <a:stretch>
            <a:fillRect/>
          </a:stretch>
        </p:blipFill>
        <p:spPr bwMode="auto">
          <a:xfrm>
            <a:off x="1143000" y="1219200"/>
            <a:ext cx="6629400" cy="3684588"/>
          </a:xfrm>
          <a:prstGeom prst="rect">
            <a:avLst/>
          </a:prstGeom>
          <a:noFill/>
          <a:ln w="9525">
            <a:noFill/>
            <a:miter lim="800000"/>
            <a:headEnd/>
            <a:tailEnd/>
          </a:ln>
        </p:spPr>
      </p:pic>
      <p:sp>
        <p:nvSpPr>
          <p:cNvPr id="8" name="Title 1"/>
          <p:cNvSpPr>
            <a:spLocks noGrp="1"/>
          </p:cNvSpPr>
          <p:nvPr>
            <p:ph type="title"/>
          </p:nvPr>
        </p:nvSpPr>
        <p:spPr>
          <a:xfrm>
            <a:off x="457200" y="76200"/>
            <a:ext cx="8229600" cy="747713"/>
          </a:xfrm>
        </p:spPr>
        <p:txBody>
          <a:bodyPr/>
          <a:lstStyle/>
          <a:p>
            <a:pPr algn="ctr">
              <a:defRPr/>
            </a:pPr>
            <a:r>
              <a:rPr lang="en-GB" sz="3600" dirty="0" smtClean="0">
                <a:solidFill>
                  <a:srgbClr val="18B2B6"/>
                </a:solidFill>
              </a:rPr>
              <a:t>5.3 Examination (contd.)</a:t>
            </a:r>
          </a:p>
        </p:txBody>
      </p:sp>
      <p:sp>
        <p:nvSpPr>
          <p:cNvPr id="20484" name="Text Placeholder 2"/>
          <p:cNvSpPr>
            <a:spLocks noGrp="1"/>
          </p:cNvSpPr>
          <p:nvPr>
            <p:ph type="body" idx="1"/>
          </p:nvPr>
        </p:nvSpPr>
        <p:spPr>
          <a:xfrm>
            <a:off x="304800" y="609600"/>
            <a:ext cx="5562600" cy="533400"/>
          </a:xfrm>
        </p:spPr>
        <p:txBody>
          <a:bodyPr>
            <a:prstTxWarp prst="textNoShape">
              <a:avLst/>
            </a:prstTxWarp>
          </a:bodyPr>
          <a:lstStyle/>
          <a:p>
            <a:pPr>
              <a:spcBef>
                <a:spcPts val="600"/>
              </a:spcBef>
              <a:spcAft>
                <a:spcPts val="600"/>
              </a:spcAft>
              <a:buClr>
                <a:srgbClr val="FFFF00"/>
              </a:buClr>
              <a:buFont typeface="Wingdings" pitchFamily="2" charset="2"/>
              <a:buChar char="q"/>
            </a:pPr>
            <a:r>
              <a:rPr lang="en-US" sz="2200" noProof="1" smtClean="0">
                <a:solidFill>
                  <a:srgbClr val="FFFF00"/>
                </a:solidFill>
                <a:effectLst/>
              </a:rPr>
              <a:t> </a:t>
            </a:r>
            <a:r>
              <a:rPr lang="en-US" sz="2200" b="1" noProof="1" smtClean="0">
                <a:solidFill>
                  <a:srgbClr val="FFFF00"/>
                </a:solidFill>
                <a:effectLst/>
              </a:rPr>
              <a:t>5.3.2 File Systems (contd.)</a:t>
            </a:r>
          </a:p>
        </p:txBody>
      </p:sp>
      <p:pic>
        <p:nvPicPr>
          <p:cNvPr id="20485" name="Picture 7"/>
          <p:cNvPicPr>
            <a:picLocks noChangeAspect="1" noChangeArrowheads="1"/>
          </p:cNvPicPr>
          <p:nvPr/>
        </p:nvPicPr>
        <p:blipFill>
          <a:blip r:embed="rId3"/>
          <a:srcRect/>
          <a:stretch>
            <a:fillRect/>
          </a:stretch>
        </p:blipFill>
        <p:spPr bwMode="auto">
          <a:xfrm>
            <a:off x="1146175" y="4876800"/>
            <a:ext cx="6626225"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76200"/>
            <a:ext cx="8229600" cy="747713"/>
          </a:xfrm>
        </p:spPr>
        <p:txBody>
          <a:bodyPr/>
          <a:lstStyle/>
          <a:p>
            <a:pPr algn="ctr">
              <a:defRPr/>
            </a:pPr>
            <a:r>
              <a:rPr lang="en-GB" sz="3600" dirty="0" smtClean="0">
                <a:solidFill>
                  <a:srgbClr val="18B2B6"/>
                </a:solidFill>
              </a:rPr>
              <a:t>5.3 Examination (contd.)</a:t>
            </a:r>
          </a:p>
        </p:txBody>
      </p:sp>
      <p:sp>
        <p:nvSpPr>
          <p:cNvPr id="19459" name="Text Placeholder 2"/>
          <p:cNvSpPr>
            <a:spLocks noGrp="1"/>
          </p:cNvSpPr>
          <p:nvPr>
            <p:ph type="body" idx="1"/>
          </p:nvPr>
        </p:nvSpPr>
        <p:spPr>
          <a:xfrm>
            <a:off x="304800" y="685800"/>
            <a:ext cx="5562600" cy="533400"/>
          </a:xfrm>
        </p:spPr>
        <p:txBody>
          <a:bodyPr>
            <a:prstTxWarp prst="textNoShape">
              <a:avLst/>
            </a:prstTxWarp>
          </a:bodyPr>
          <a:lstStyle/>
          <a:p>
            <a:pPr>
              <a:spcBef>
                <a:spcPts val="600"/>
              </a:spcBef>
              <a:spcAft>
                <a:spcPts val="600"/>
              </a:spcAft>
              <a:buClr>
                <a:srgbClr val="FFFF00"/>
              </a:buClr>
              <a:buFont typeface="Wingdings" pitchFamily="2" charset="2"/>
              <a:buChar char="q"/>
            </a:pPr>
            <a:r>
              <a:rPr lang="en-US" sz="2200" noProof="1" smtClean="0">
                <a:solidFill>
                  <a:srgbClr val="FFFF00"/>
                </a:solidFill>
                <a:effectLst/>
              </a:rPr>
              <a:t> </a:t>
            </a:r>
            <a:r>
              <a:rPr lang="en-US" sz="2200" b="1" noProof="1" smtClean="0">
                <a:solidFill>
                  <a:srgbClr val="FFFF00"/>
                </a:solidFill>
                <a:effectLst/>
              </a:rPr>
              <a:t>5.3.2 File Systems (contd.)</a:t>
            </a:r>
          </a:p>
        </p:txBody>
      </p:sp>
      <p:pic>
        <p:nvPicPr>
          <p:cNvPr id="19460" name="Picture 2"/>
          <p:cNvPicPr>
            <a:picLocks noChangeAspect="1" noChangeArrowheads="1"/>
          </p:cNvPicPr>
          <p:nvPr/>
        </p:nvPicPr>
        <p:blipFill>
          <a:blip r:embed="rId2"/>
          <a:srcRect/>
          <a:stretch>
            <a:fillRect/>
          </a:stretch>
        </p:blipFill>
        <p:spPr bwMode="auto">
          <a:xfrm>
            <a:off x="228600" y="2362200"/>
            <a:ext cx="6731000" cy="1295400"/>
          </a:xfrm>
          <a:prstGeom prst="rect">
            <a:avLst/>
          </a:prstGeom>
          <a:noFill/>
          <a:ln w="9525">
            <a:noFill/>
            <a:miter lim="800000"/>
            <a:headEnd/>
            <a:tailEnd/>
          </a:ln>
        </p:spPr>
      </p:pic>
      <p:sp>
        <p:nvSpPr>
          <p:cNvPr id="7" name="Rectangle 6"/>
          <p:cNvSpPr/>
          <p:nvPr/>
        </p:nvSpPr>
        <p:spPr>
          <a:xfrm>
            <a:off x="381000" y="1219200"/>
            <a:ext cx="8610600" cy="1077913"/>
          </a:xfrm>
          <a:prstGeom prst="rect">
            <a:avLst/>
          </a:prstGeom>
        </p:spPr>
        <p:txBody>
          <a:bodyPr>
            <a:spAutoFit/>
          </a:bodyPr>
          <a:lstStyle/>
          <a:p>
            <a:pPr>
              <a:spcBef>
                <a:spcPts val="600"/>
              </a:spcBef>
              <a:spcAft>
                <a:spcPts val="600"/>
              </a:spcAft>
              <a:buClr>
                <a:srgbClr val="FFFF00"/>
              </a:buClr>
              <a:buFont typeface="Wingdings" pitchFamily="2" charset="2"/>
              <a:buChar char="ü"/>
              <a:defRPr/>
            </a:pPr>
            <a:r>
              <a:rPr lang="en-US" sz="1600" dirty="0">
                <a:solidFill>
                  <a:srgbClr val="FFC000"/>
                </a:solidFill>
              </a:rPr>
              <a:t> Metadata</a:t>
            </a:r>
            <a:r>
              <a:rPr lang="en-US" sz="1600" dirty="0"/>
              <a:t> in a file system includes items like a </a:t>
            </a:r>
            <a:r>
              <a:rPr lang="en-US" sz="1600" dirty="0">
                <a:solidFill>
                  <a:srgbClr val="FFC000"/>
                </a:solidFill>
              </a:rPr>
              <a:t>file’s location (or address) </a:t>
            </a:r>
            <a:r>
              <a:rPr lang="en-US" sz="1600" dirty="0"/>
              <a:t>and the </a:t>
            </a:r>
            <a:r>
              <a:rPr lang="en-US" sz="1600" dirty="0">
                <a:solidFill>
                  <a:srgbClr val="FFC000"/>
                </a:solidFill>
              </a:rPr>
              <a:t>size of the data </a:t>
            </a:r>
            <a:r>
              <a:rPr lang="en-US" sz="1600" dirty="0"/>
              <a:t>so the system can retrieve it from the </a:t>
            </a:r>
            <a:r>
              <a:rPr lang="en-US" sz="1600" dirty="0">
                <a:effectLst>
                  <a:outerShdw blurRad="38100" dist="38100" dir="2700000" algn="tl">
                    <a:srgbClr val="000000">
                      <a:alpha val="43137"/>
                    </a:srgbClr>
                  </a:outerShdw>
                </a:effectLst>
              </a:rPr>
              <a:t>hardware. It also includes items like </a:t>
            </a:r>
            <a:r>
              <a:rPr lang="en-US" sz="1600" dirty="0">
                <a:solidFill>
                  <a:srgbClr val="FFC000"/>
                </a:solidFill>
                <a:effectLst>
                  <a:outerShdw blurRad="38100" dist="38100" dir="2700000" algn="tl">
                    <a:srgbClr val="000000">
                      <a:alpha val="43137"/>
                    </a:srgbClr>
                  </a:outerShdw>
                </a:effectLst>
              </a:rPr>
              <a:t>a filename </a:t>
            </a:r>
            <a:r>
              <a:rPr lang="en-US" sz="1600" dirty="0">
                <a:effectLst>
                  <a:outerShdw blurRad="38100" dist="38100" dir="2700000" algn="tl">
                    <a:srgbClr val="000000">
                      <a:alpha val="43137"/>
                    </a:srgbClr>
                  </a:outerShdw>
                </a:effectLst>
              </a:rPr>
              <a:t>and the </a:t>
            </a:r>
            <a:r>
              <a:rPr lang="en-US" sz="1600" dirty="0">
                <a:solidFill>
                  <a:srgbClr val="FFC000"/>
                </a:solidFill>
                <a:effectLst>
                  <a:outerShdw blurRad="38100" dist="38100" dir="2700000" algn="tl">
                    <a:srgbClr val="000000">
                      <a:alpha val="43137"/>
                    </a:srgbClr>
                  </a:outerShdw>
                </a:effectLst>
              </a:rPr>
              <a:t>location of a file in hierarchical directory </a:t>
            </a:r>
            <a:r>
              <a:rPr lang="en-US" sz="1600" dirty="0">
                <a:effectLst>
                  <a:outerShdw blurRad="38100" dist="38100" dir="2700000" algn="tl">
                    <a:srgbClr val="000000">
                      <a:alpha val="43137"/>
                    </a:srgbClr>
                  </a:outerShdw>
                </a:effectLst>
              </a:rPr>
              <a:t>structures or </a:t>
            </a:r>
            <a:r>
              <a:rPr lang="en-US" sz="1600" dirty="0">
                <a:solidFill>
                  <a:srgbClr val="FFC000"/>
                </a:solidFill>
                <a:effectLst>
                  <a:outerShdw blurRad="38100" dist="38100" dir="2700000" algn="tl">
                    <a:srgbClr val="000000">
                      <a:alpha val="43137"/>
                    </a:srgbClr>
                  </a:outerShdw>
                </a:effectLst>
              </a:rPr>
              <a:t>paths</a:t>
            </a:r>
            <a:r>
              <a:rPr lang="en-US" sz="1600" dirty="0">
                <a:effectLst>
                  <a:outerShdw blurRad="38100" dist="38100" dir="2700000" algn="tl">
                    <a:srgbClr val="000000">
                      <a:alpha val="43137"/>
                    </a:srgbClr>
                  </a:outerShdw>
                </a:effectLst>
              </a:rPr>
              <a:t> so the user can find the file. Other metadata: </a:t>
            </a:r>
            <a:r>
              <a:rPr lang="en-US" sz="1600" dirty="0">
                <a:solidFill>
                  <a:srgbClr val="FFC000"/>
                </a:solidFill>
              </a:rPr>
              <a:t>Timestamps, Flags </a:t>
            </a:r>
            <a:r>
              <a:rPr lang="en-US" sz="1600" dirty="0"/>
              <a:t>(archive, deleted file, read-only, or a directory).</a:t>
            </a:r>
          </a:p>
        </p:txBody>
      </p:sp>
      <p:pic>
        <p:nvPicPr>
          <p:cNvPr id="19462" name="Picture 3"/>
          <p:cNvPicPr>
            <a:picLocks noChangeAspect="1" noChangeArrowheads="1"/>
          </p:cNvPicPr>
          <p:nvPr/>
        </p:nvPicPr>
        <p:blipFill>
          <a:blip r:embed="rId3"/>
          <a:srcRect/>
          <a:stretch>
            <a:fillRect/>
          </a:stretch>
        </p:blipFill>
        <p:spPr bwMode="auto">
          <a:xfrm>
            <a:off x="228600" y="3816350"/>
            <a:ext cx="5257800" cy="2622550"/>
          </a:xfrm>
          <a:prstGeom prst="rect">
            <a:avLst/>
          </a:prstGeom>
          <a:noFill/>
          <a:ln w="9525">
            <a:noFill/>
            <a:miter lim="800000"/>
            <a:headEnd/>
            <a:tailEnd/>
          </a:ln>
        </p:spPr>
      </p:pic>
      <p:pic>
        <p:nvPicPr>
          <p:cNvPr id="19463" name="Picture 8"/>
          <p:cNvPicPr>
            <a:picLocks noChangeAspect="1" noChangeArrowheads="1"/>
          </p:cNvPicPr>
          <p:nvPr/>
        </p:nvPicPr>
        <p:blipFill>
          <a:blip r:embed="rId4"/>
          <a:srcRect/>
          <a:stretch>
            <a:fillRect/>
          </a:stretch>
        </p:blipFill>
        <p:spPr bwMode="auto">
          <a:xfrm>
            <a:off x="5592763" y="3733800"/>
            <a:ext cx="3475037" cy="3124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914400"/>
            <a:ext cx="8534400" cy="2895600"/>
          </a:xfrm>
        </p:spPr>
        <p:txBody>
          <a:bodyPr/>
          <a:lstStyle/>
          <a:p>
            <a:pPr marL="342900" indent="-342900">
              <a:spcBef>
                <a:spcPts val="600"/>
              </a:spcBef>
              <a:spcAft>
                <a:spcPts val="600"/>
              </a:spcAft>
              <a:buClr>
                <a:srgbClr val="FFFF00"/>
              </a:buClr>
              <a:buFont typeface="Wingdings" pitchFamily="2" charset="2"/>
              <a:buChar char="q"/>
              <a:defRPr/>
            </a:pPr>
            <a:r>
              <a:rPr lang="en-MY" altLang="x-none" sz="2200" b="1" noProof="1" smtClean="0">
                <a:solidFill>
                  <a:srgbClr val="FFFF00"/>
                </a:solidFill>
                <a:effectLst/>
              </a:rPr>
              <a:t>5.3.2.1 NTFS </a:t>
            </a:r>
            <a:r>
              <a:rPr lang="en-MY" altLang="x-none" sz="2200" b="1" noProof="1">
                <a:solidFill>
                  <a:srgbClr val="FFFF00"/>
                </a:solidFill>
                <a:effectLst/>
              </a:rPr>
              <a:t>(New Technology File System</a:t>
            </a:r>
            <a:r>
              <a:rPr lang="en-MY" altLang="x-none" sz="2200" b="1" noProof="1" smtClean="0">
                <a:solidFill>
                  <a:srgbClr val="FFFF00"/>
                </a:solidFill>
                <a:effectLst/>
              </a:rPr>
              <a:t>)</a:t>
            </a:r>
            <a:endParaRPr lang="en-MY" altLang="x-none" sz="2200" noProof="1">
              <a:solidFill>
                <a:srgbClr val="FFFF00"/>
              </a:solidFill>
              <a:effectLst>
                <a:outerShdw blurRad="38100" dist="38100" dir="2700000">
                  <a:srgbClr val="C0C0C0"/>
                </a:outerShdw>
              </a:effectLst>
            </a:endParaRPr>
          </a:p>
          <a:p>
            <a:pPr marL="342900" indent="-342900">
              <a:spcBef>
                <a:spcPts val="600"/>
              </a:spcBef>
              <a:spcAft>
                <a:spcPts val="600"/>
              </a:spcAft>
              <a:buClr>
                <a:srgbClr val="FFFF00"/>
              </a:buClr>
              <a:buFont typeface="Wingdings" pitchFamily="2" charset="2"/>
              <a:buChar char="ü"/>
              <a:defRPr/>
            </a:pPr>
            <a:r>
              <a:rPr lang="en-US" sz="1600" dirty="0" smtClean="0">
                <a:solidFill>
                  <a:srgbClr val="FFC000"/>
                </a:solidFill>
                <a:effectLst>
                  <a:outerShdw blurRad="38100" dist="38100" dir="2700000" algn="tl">
                    <a:srgbClr val="000000">
                      <a:alpha val="43137"/>
                    </a:srgbClr>
                  </a:outerShdw>
                </a:effectLst>
              </a:rPr>
              <a:t>Most common file system </a:t>
            </a:r>
            <a:r>
              <a:rPr lang="en-US" sz="1600" dirty="0" smtClean="0">
                <a:effectLst>
                  <a:outerShdw blurRad="38100" dist="38100" dir="2700000" algn="tl">
                    <a:srgbClr val="000000">
                      <a:alpha val="43137"/>
                    </a:srgbClr>
                  </a:outerShdw>
                </a:effectLst>
              </a:rPr>
              <a:t>examined in an enterprise environment and c</a:t>
            </a:r>
            <a:r>
              <a:rPr lang="en-US" sz="1600" dirty="0" smtClean="0">
                <a:effectLst/>
              </a:rPr>
              <a:t>ontinues to be used as the </a:t>
            </a:r>
            <a:r>
              <a:rPr lang="en-US" sz="1600" dirty="0" smtClean="0">
                <a:solidFill>
                  <a:srgbClr val="FFC000"/>
                </a:solidFill>
                <a:effectLst/>
              </a:rPr>
              <a:t>default file system </a:t>
            </a:r>
            <a:r>
              <a:rPr lang="en-US" sz="1600" dirty="0" smtClean="0">
                <a:effectLst/>
              </a:rPr>
              <a:t>in </a:t>
            </a:r>
            <a:r>
              <a:rPr lang="en-US" sz="1600" dirty="0" smtClean="0">
                <a:solidFill>
                  <a:srgbClr val="FFC000"/>
                </a:solidFill>
                <a:effectLst/>
              </a:rPr>
              <a:t>Windows10</a:t>
            </a:r>
            <a:r>
              <a:rPr lang="en-US" sz="1600" dirty="0" smtClean="0">
                <a:effectLst/>
              </a:rPr>
              <a:t>.</a:t>
            </a:r>
            <a:endParaRPr lang="en-MY" altLang="x-none" sz="1600" noProof="1" smtClean="0">
              <a:effectLst/>
            </a:endParaRPr>
          </a:p>
          <a:p>
            <a:pPr marL="342900" indent="-342900">
              <a:spcBef>
                <a:spcPts val="600"/>
              </a:spcBef>
              <a:spcAft>
                <a:spcPts val="600"/>
              </a:spcAft>
              <a:buClr>
                <a:srgbClr val="FFFF00"/>
              </a:buClr>
              <a:buFont typeface="Wingdings" pitchFamily="2" charset="2"/>
              <a:buChar char="ü"/>
              <a:defRPr/>
            </a:pPr>
            <a:r>
              <a:rPr lang="en-MY" altLang="x-none" sz="1800" b="1" noProof="1" smtClean="0">
                <a:solidFill>
                  <a:srgbClr val="FFFF00"/>
                </a:solidFill>
                <a:effectLst/>
              </a:rPr>
              <a:t>5.3.2.1.1 Metadata Files: </a:t>
            </a:r>
            <a:r>
              <a:rPr lang="en-MY" altLang="x-none" sz="1600" noProof="1" smtClean="0">
                <a:effectLst/>
              </a:rPr>
              <a:t>Metadata ﬁles are ﬁles that are generally </a:t>
            </a:r>
            <a:r>
              <a:rPr lang="en-MY" altLang="x-none" sz="1600" noProof="1" smtClean="0">
                <a:solidFill>
                  <a:srgbClr val="FFC000"/>
                </a:solidFill>
                <a:effectLst/>
              </a:rPr>
              <a:t>not directly accessible</a:t>
            </a:r>
            <a:r>
              <a:rPr lang="en-MY" altLang="x-none" sz="1600" noProof="1" smtClean="0">
                <a:effectLst/>
              </a:rPr>
              <a:t> by the user. They </a:t>
            </a:r>
            <a:r>
              <a:rPr lang="en-MY" altLang="x-none" sz="1600" noProof="1" smtClean="0">
                <a:solidFill>
                  <a:srgbClr val="FFC000"/>
                </a:solidFill>
                <a:effectLst/>
              </a:rPr>
              <a:t>track data required for the ﬁle system </a:t>
            </a:r>
            <a:r>
              <a:rPr lang="en-MY" altLang="x-none" sz="1600" noProof="1" smtClean="0">
                <a:effectLst/>
              </a:rPr>
              <a:t>to operate</a:t>
            </a:r>
            <a:r>
              <a:rPr lang="en-MY" altLang="x-none" sz="1600" noProof="1" smtClean="0">
                <a:solidFill>
                  <a:srgbClr val="FFFF00"/>
                </a:solidFill>
                <a:effectLst/>
              </a:rPr>
              <a:t> </a:t>
            </a:r>
            <a:r>
              <a:rPr lang="en-MY" altLang="x-none" sz="1600" noProof="1" smtClean="0">
                <a:effectLst/>
              </a:rPr>
              <a:t>and </a:t>
            </a:r>
            <a:r>
              <a:rPr lang="en-US" sz="1600" dirty="0" smtClean="0">
                <a:effectLst/>
              </a:rPr>
              <a:t>can contain </a:t>
            </a:r>
            <a:r>
              <a:rPr lang="en-US" sz="1600" dirty="0" smtClean="0">
                <a:solidFill>
                  <a:srgbClr val="FFC000"/>
                </a:solidFill>
                <a:effectLst/>
              </a:rPr>
              <a:t>useful forensic information (</a:t>
            </a:r>
            <a:r>
              <a:rPr lang="en-US" sz="1600" dirty="0" smtClean="0">
                <a:effectLst/>
              </a:rPr>
              <a:t>$MFT in Table 5.9</a:t>
            </a:r>
            <a:r>
              <a:rPr lang="en-US" sz="1600" dirty="0" smtClean="0">
                <a:solidFill>
                  <a:srgbClr val="FFC000"/>
                </a:solidFill>
                <a:effectLst/>
              </a:rPr>
              <a:t>)</a:t>
            </a:r>
            <a:r>
              <a:rPr lang="en-US" sz="1600" dirty="0" smtClean="0">
                <a:effectLst/>
              </a:rPr>
              <a:t>.</a:t>
            </a:r>
            <a:endParaRPr lang="en-MY" altLang="x-none" sz="1600" noProof="1" smtClean="0">
              <a:solidFill>
                <a:srgbClr val="FFFF00"/>
              </a:solidFill>
              <a:effectLst/>
            </a:endParaRPr>
          </a:p>
          <a:p>
            <a:pPr marL="342900" indent="-342900">
              <a:spcBef>
                <a:spcPts val="600"/>
              </a:spcBef>
              <a:spcAft>
                <a:spcPts val="600"/>
              </a:spcAft>
              <a:buClr>
                <a:srgbClr val="FFFF00"/>
              </a:buClr>
              <a:buFont typeface="Wingdings" pitchFamily="2" charset="2"/>
              <a:buChar char="ü"/>
              <a:defRPr/>
            </a:pPr>
            <a:r>
              <a:rPr lang="en-MY" altLang="x-none" sz="1800" b="1" noProof="1" smtClean="0">
                <a:solidFill>
                  <a:srgbClr val="FFFF00"/>
                </a:solidFill>
                <a:effectLst/>
              </a:rPr>
              <a:t>5.3.2.1.2 Master </a:t>
            </a:r>
            <a:r>
              <a:rPr lang="en-MY" altLang="x-none" sz="1800" b="1" noProof="1">
                <a:solidFill>
                  <a:srgbClr val="FFFF00"/>
                </a:solidFill>
                <a:effectLst/>
              </a:rPr>
              <a:t>File Table (MFT</a:t>
            </a:r>
            <a:r>
              <a:rPr lang="en-MY" altLang="x-none" sz="1800" b="1" noProof="1" smtClean="0">
                <a:solidFill>
                  <a:srgbClr val="FFFF00"/>
                </a:solidFill>
                <a:effectLst/>
              </a:rPr>
              <a:t>): </a:t>
            </a:r>
            <a:r>
              <a:rPr lang="en-MY" altLang="x-none" sz="1600" noProof="1">
                <a:effectLst/>
              </a:rPr>
              <a:t>The MFT is a </a:t>
            </a:r>
            <a:r>
              <a:rPr lang="en-MY" altLang="x-none" sz="1600" noProof="1">
                <a:solidFill>
                  <a:srgbClr val="FFC000"/>
                </a:solidFill>
                <a:effectLst/>
              </a:rPr>
              <a:t>collection of ﬁle records </a:t>
            </a:r>
            <a:r>
              <a:rPr lang="en-MY" altLang="x-none" sz="1600" noProof="1">
                <a:effectLst/>
              </a:rPr>
              <a:t>in an NTFS volume. </a:t>
            </a:r>
            <a:r>
              <a:rPr lang="en-MY" altLang="x-none" sz="1600" noProof="1">
                <a:solidFill>
                  <a:srgbClr val="FFC000"/>
                </a:solidFill>
                <a:effectLst/>
              </a:rPr>
              <a:t>All objects </a:t>
            </a:r>
            <a:r>
              <a:rPr lang="en-MY" altLang="x-none" sz="1600" noProof="1">
                <a:effectLst/>
              </a:rPr>
              <a:t>in the NTFS are </a:t>
            </a:r>
            <a:r>
              <a:rPr lang="en-MY" altLang="x-none" sz="1600" noProof="1">
                <a:solidFill>
                  <a:srgbClr val="FFC000"/>
                </a:solidFill>
                <a:effectLst/>
              </a:rPr>
              <a:t>tracked in ﬁle records </a:t>
            </a:r>
            <a:r>
              <a:rPr lang="en-MY" altLang="x-none" sz="1600" noProof="1">
                <a:effectLst/>
              </a:rPr>
              <a:t>– including </a:t>
            </a:r>
            <a:r>
              <a:rPr lang="en-MY" altLang="x-none" sz="1600" noProof="1">
                <a:solidFill>
                  <a:srgbClr val="FFC000"/>
                </a:solidFill>
                <a:effectLst/>
              </a:rPr>
              <a:t>ﬁles</a:t>
            </a:r>
            <a:r>
              <a:rPr lang="en-MY" altLang="x-none" sz="1600" noProof="1">
                <a:effectLst/>
              </a:rPr>
              <a:t>, </a:t>
            </a:r>
            <a:r>
              <a:rPr lang="en-MY" altLang="x-none" sz="1600" noProof="1">
                <a:solidFill>
                  <a:srgbClr val="FFC000"/>
                </a:solidFill>
                <a:effectLst/>
              </a:rPr>
              <a:t>directories</a:t>
            </a:r>
            <a:r>
              <a:rPr lang="en-MY" altLang="x-none" sz="1600" noProof="1">
                <a:effectLst/>
              </a:rPr>
              <a:t>, and even the </a:t>
            </a:r>
            <a:r>
              <a:rPr lang="en-MY" altLang="x-none" sz="1600" noProof="1">
                <a:solidFill>
                  <a:srgbClr val="FFC000"/>
                </a:solidFill>
                <a:effectLst/>
              </a:rPr>
              <a:t>VBR</a:t>
            </a:r>
            <a:r>
              <a:rPr lang="en-MY" altLang="x-none" sz="1600" noProof="1">
                <a:effectLst/>
              </a:rPr>
              <a:t>. </a:t>
            </a:r>
          </a:p>
        </p:txBody>
      </p:sp>
      <p:sp>
        <p:nvSpPr>
          <p:cNvPr id="4" name="Title 1"/>
          <p:cNvSpPr>
            <a:spLocks noGrp="1"/>
          </p:cNvSpPr>
          <p:nvPr>
            <p:ph type="title"/>
          </p:nvPr>
        </p:nvSpPr>
        <p:spPr>
          <a:xfrm>
            <a:off x="381000" y="90488"/>
            <a:ext cx="8229600" cy="747712"/>
          </a:xfrm>
        </p:spPr>
        <p:txBody>
          <a:bodyPr/>
          <a:lstStyle/>
          <a:p>
            <a:pPr algn="ctr">
              <a:defRPr/>
            </a:pPr>
            <a:r>
              <a:rPr lang="en-GB" sz="3600" dirty="0" smtClean="0">
                <a:solidFill>
                  <a:srgbClr val="18B2B6"/>
                </a:solidFill>
              </a:rPr>
              <a:t>5.3 Examination (contd.)</a:t>
            </a:r>
          </a:p>
        </p:txBody>
      </p:sp>
      <p:pic>
        <p:nvPicPr>
          <p:cNvPr id="21508" name="Picture 5"/>
          <p:cNvPicPr>
            <a:picLocks noChangeAspect="1" noChangeArrowheads="1"/>
          </p:cNvPicPr>
          <p:nvPr/>
        </p:nvPicPr>
        <p:blipFill>
          <a:blip r:embed="rId2"/>
          <a:srcRect/>
          <a:stretch>
            <a:fillRect/>
          </a:stretch>
        </p:blipFill>
        <p:spPr bwMode="auto">
          <a:xfrm>
            <a:off x="3581400" y="3651250"/>
            <a:ext cx="5486400" cy="3054350"/>
          </a:xfrm>
          <a:prstGeom prst="rect">
            <a:avLst/>
          </a:prstGeom>
          <a:noFill/>
          <a:ln w="9525">
            <a:noFill/>
            <a:miter lim="800000"/>
            <a:headEnd/>
            <a:tailEnd/>
          </a:ln>
        </p:spPr>
      </p:pic>
      <p:sp>
        <p:nvSpPr>
          <p:cNvPr id="5" name="Rectangle 4"/>
          <p:cNvSpPr/>
          <p:nvPr/>
        </p:nvSpPr>
        <p:spPr>
          <a:xfrm>
            <a:off x="304800" y="3937099"/>
            <a:ext cx="3276600" cy="2616101"/>
          </a:xfrm>
          <a:prstGeom prst="rect">
            <a:avLst/>
          </a:prstGeom>
        </p:spPr>
        <p:txBody>
          <a:bodyPr wrap="square">
            <a:spAutoFit/>
          </a:bodyPr>
          <a:lstStyle/>
          <a:p>
            <a:pPr>
              <a:spcBef>
                <a:spcPts val="600"/>
              </a:spcBef>
              <a:spcAft>
                <a:spcPts val="600"/>
              </a:spcAft>
              <a:buClr>
                <a:srgbClr val="FFFF00"/>
              </a:buClr>
              <a:buFont typeface="Wingdings" pitchFamily="2" charset="2"/>
              <a:buChar char="ü"/>
            </a:pPr>
            <a:r>
              <a:rPr lang="en-US" sz="1600" dirty="0" smtClean="0"/>
              <a:t> The MFT is </a:t>
            </a:r>
            <a:r>
              <a:rPr lang="en-US" sz="1600" dirty="0" smtClean="0">
                <a:solidFill>
                  <a:srgbClr val="FFC000"/>
                </a:solidFill>
              </a:rPr>
              <a:t>created during formatting of a volume</a:t>
            </a:r>
            <a:r>
              <a:rPr lang="en-US" sz="1600" dirty="0" smtClean="0"/>
              <a:t>. </a:t>
            </a:r>
          </a:p>
          <a:p>
            <a:pPr>
              <a:spcBef>
                <a:spcPts val="600"/>
              </a:spcBef>
              <a:spcAft>
                <a:spcPts val="600"/>
              </a:spcAft>
              <a:buClr>
                <a:srgbClr val="FFFF00"/>
              </a:buClr>
              <a:buFont typeface="Wingdings" pitchFamily="2" charset="2"/>
              <a:buChar char="ü"/>
            </a:pPr>
            <a:r>
              <a:rPr lang="en-US" sz="1600" dirty="0"/>
              <a:t> </a:t>
            </a:r>
            <a:r>
              <a:rPr lang="en-US" sz="1600" dirty="0" smtClean="0"/>
              <a:t>The file system determines a place to </a:t>
            </a:r>
            <a:r>
              <a:rPr lang="en-US" sz="1600" dirty="0" smtClean="0">
                <a:solidFill>
                  <a:srgbClr val="FFC000"/>
                </a:solidFill>
              </a:rPr>
              <a:t>allocate the MFT on the physical media </a:t>
            </a:r>
            <a:r>
              <a:rPr lang="en-US" sz="1600" dirty="0" smtClean="0"/>
              <a:t>and </a:t>
            </a:r>
            <a:r>
              <a:rPr lang="en-US" sz="1600" dirty="0" smtClean="0">
                <a:solidFill>
                  <a:srgbClr val="FFC000"/>
                </a:solidFill>
              </a:rPr>
              <a:t>provides efficient access time</a:t>
            </a:r>
            <a:r>
              <a:rPr lang="en-US" sz="1600" dirty="0" smtClean="0"/>
              <a:t>, and </a:t>
            </a:r>
            <a:r>
              <a:rPr lang="en-US" sz="1600" dirty="0" smtClean="0">
                <a:solidFill>
                  <a:srgbClr val="FFC000"/>
                </a:solidFill>
              </a:rPr>
              <a:t>decreases the fragmentation</a:t>
            </a:r>
            <a:r>
              <a:rPr lang="en-US" sz="1600" dirty="0" smtClean="0"/>
              <a:t>. </a:t>
            </a:r>
          </a:p>
          <a:p>
            <a:pPr>
              <a:spcBef>
                <a:spcPts val="600"/>
              </a:spcBef>
              <a:spcAft>
                <a:spcPts val="600"/>
              </a:spcAft>
              <a:buClr>
                <a:srgbClr val="FFFF00"/>
              </a:buClr>
              <a:buFont typeface="Wingdings" pitchFamily="2" charset="2"/>
              <a:buChar char="ü"/>
            </a:pPr>
            <a:r>
              <a:rPr lang="en-US" sz="1600" dirty="0"/>
              <a:t> </a:t>
            </a:r>
            <a:r>
              <a:rPr lang="en-US" sz="1600" dirty="0" smtClean="0"/>
              <a:t>The </a:t>
            </a:r>
            <a:r>
              <a:rPr lang="en-US" sz="1600" dirty="0" smtClean="0">
                <a:solidFill>
                  <a:srgbClr val="FFC000"/>
                </a:solidFill>
              </a:rPr>
              <a:t>location of the MFT </a:t>
            </a:r>
            <a:r>
              <a:rPr lang="en-US" sz="1600" dirty="0" smtClean="0"/>
              <a:t>on the volume is defined in the </a:t>
            </a:r>
            <a:r>
              <a:rPr lang="en-US" sz="1600" dirty="0" smtClean="0">
                <a:solidFill>
                  <a:srgbClr val="FFC000"/>
                </a:solidFill>
              </a:rPr>
              <a:t>VBR</a:t>
            </a:r>
            <a:r>
              <a:rPr lang="en-US" sz="1600" dirty="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Placeholder 2"/>
          <p:cNvSpPr>
            <a:spLocks noGrp="1"/>
          </p:cNvSpPr>
          <p:nvPr>
            <p:ph type="body" idx="1"/>
          </p:nvPr>
        </p:nvSpPr>
        <p:spPr>
          <a:xfrm>
            <a:off x="228600" y="762000"/>
            <a:ext cx="4495800" cy="2743200"/>
          </a:xfrm>
        </p:spPr>
        <p:txBody>
          <a:bodyPr>
            <a:prstTxWarp prst="textNoShape">
              <a:avLst/>
            </a:prstTxWarp>
          </a:bodyPr>
          <a:lstStyle/>
          <a:p>
            <a:pPr marL="342900" indent="-342900">
              <a:spcBef>
                <a:spcPts val="600"/>
              </a:spcBef>
              <a:spcAft>
                <a:spcPts val="600"/>
              </a:spcAft>
              <a:buClr>
                <a:srgbClr val="FFFF00"/>
              </a:buClr>
              <a:buFont typeface="Wingdings" pitchFamily="2" charset="2"/>
              <a:buChar char="q"/>
            </a:pPr>
            <a:r>
              <a:rPr lang="en-US" sz="2400" b="1" noProof="1" smtClean="0">
                <a:solidFill>
                  <a:srgbClr val="FFFF00"/>
                </a:solidFill>
                <a:effectLst/>
              </a:rPr>
              <a:t>5.3.2.1.3 MFT File Records: </a:t>
            </a:r>
          </a:p>
          <a:p>
            <a:pPr marL="342900" indent="-342900">
              <a:spcBef>
                <a:spcPts val="600"/>
              </a:spcBef>
              <a:spcAft>
                <a:spcPts val="600"/>
              </a:spcAft>
              <a:buClr>
                <a:srgbClr val="FFC000"/>
              </a:buClr>
              <a:buFont typeface="Wingdings" pitchFamily="2" charset="2"/>
              <a:buChar char="ü"/>
            </a:pPr>
            <a:r>
              <a:rPr lang="en-US" sz="1600" dirty="0" smtClean="0">
                <a:effectLst/>
              </a:rPr>
              <a:t>The MFT consists of sequential MFT </a:t>
            </a:r>
            <a:r>
              <a:rPr lang="en-US" sz="1600" dirty="0" smtClean="0">
                <a:solidFill>
                  <a:srgbClr val="FFC000"/>
                </a:solidFill>
                <a:effectLst/>
              </a:rPr>
              <a:t>file records</a:t>
            </a:r>
            <a:r>
              <a:rPr lang="en-US" sz="1600" dirty="0" smtClean="0">
                <a:effectLst/>
              </a:rPr>
              <a:t>. While </a:t>
            </a:r>
            <a:r>
              <a:rPr lang="en-US" sz="1600" dirty="0" smtClean="0">
                <a:solidFill>
                  <a:srgbClr val="FFC000"/>
                </a:solidFill>
                <a:effectLst/>
              </a:rPr>
              <a:t>file record size </a:t>
            </a:r>
            <a:r>
              <a:rPr lang="en-US" sz="1600" dirty="0" smtClean="0">
                <a:effectLst/>
              </a:rPr>
              <a:t>is defined in the </a:t>
            </a:r>
            <a:r>
              <a:rPr lang="en-US" sz="1600" dirty="0" smtClean="0">
                <a:solidFill>
                  <a:srgbClr val="FFC000"/>
                </a:solidFill>
                <a:effectLst/>
              </a:rPr>
              <a:t>VBR</a:t>
            </a:r>
            <a:r>
              <a:rPr lang="en-US" sz="1600" dirty="0" smtClean="0">
                <a:effectLst/>
              </a:rPr>
              <a:t>, in practice these are </a:t>
            </a:r>
            <a:r>
              <a:rPr lang="en-US" sz="1600" dirty="0" smtClean="0">
                <a:solidFill>
                  <a:srgbClr val="FFC000"/>
                </a:solidFill>
                <a:effectLst/>
              </a:rPr>
              <a:t>1024 bytes (1KB)</a:t>
            </a:r>
            <a:r>
              <a:rPr lang="en-US" sz="1600" dirty="0" smtClean="0">
                <a:effectLst/>
              </a:rPr>
              <a:t>.</a:t>
            </a:r>
            <a:endParaRPr lang="en-US" sz="1600" noProof="1" smtClean="0">
              <a:effectLst/>
            </a:endParaRPr>
          </a:p>
          <a:p>
            <a:pPr marL="342900" indent="-342900">
              <a:spcBef>
                <a:spcPts val="600"/>
              </a:spcBef>
              <a:spcAft>
                <a:spcPts val="600"/>
              </a:spcAft>
              <a:buClr>
                <a:srgbClr val="FFC000"/>
              </a:buClr>
              <a:buFont typeface="Wingdings" pitchFamily="2" charset="2"/>
              <a:buChar char="ü"/>
            </a:pPr>
            <a:r>
              <a:rPr lang="en-US" sz="1600" noProof="1" smtClean="0">
                <a:effectLst/>
              </a:rPr>
              <a:t>The </a:t>
            </a:r>
            <a:r>
              <a:rPr lang="en-US" sz="1600" noProof="1" smtClean="0">
                <a:solidFill>
                  <a:srgbClr val="FFC000"/>
                </a:solidFill>
                <a:effectLst/>
              </a:rPr>
              <a:t>MFT ﬁle records </a:t>
            </a:r>
            <a:r>
              <a:rPr lang="en-US" sz="1600" noProof="1" smtClean="0">
                <a:effectLst/>
              </a:rPr>
              <a:t>consist of an </a:t>
            </a:r>
            <a:r>
              <a:rPr lang="en-US" sz="1600" noProof="1" smtClean="0">
                <a:solidFill>
                  <a:srgbClr val="FFC000"/>
                </a:solidFill>
                <a:effectLst/>
              </a:rPr>
              <a:t>MFT record header </a:t>
            </a:r>
            <a:r>
              <a:rPr lang="en-US" sz="1600" noProof="1" smtClean="0">
                <a:effectLst/>
              </a:rPr>
              <a:t>that deﬁnes the ﬁle record as well as </a:t>
            </a:r>
            <a:r>
              <a:rPr lang="en-US" sz="1600" noProof="1" smtClean="0">
                <a:solidFill>
                  <a:srgbClr val="FFC000"/>
                </a:solidFill>
                <a:effectLst/>
              </a:rPr>
              <a:t>a series of attributes </a:t>
            </a:r>
            <a:r>
              <a:rPr lang="en-US" sz="1600" noProof="1" smtClean="0">
                <a:effectLst/>
              </a:rPr>
              <a:t>that deﬁne data about </a:t>
            </a:r>
            <a:r>
              <a:rPr lang="en-US" sz="1600" noProof="1" smtClean="0">
                <a:solidFill>
                  <a:srgbClr val="FFC000"/>
                </a:solidFill>
                <a:effectLst/>
              </a:rPr>
              <a:t>a ﬁle or directory.</a:t>
            </a:r>
          </a:p>
        </p:txBody>
      </p:sp>
      <p:sp>
        <p:nvSpPr>
          <p:cNvPr id="5" name="Title 1"/>
          <p:cNvSpPr>
            <a:spLocks noGrp="1"/>
          </p:cNvSpPr>
          <p:nvPr>
            <p:ph type="title"/>
          </p:nvPr>
        </p:nvSpPr>
        <p:spPr>
          <a:xfrm>
            <a:off x="381000" y="90487"/>
            <a:ext cx="8229600" cy="747713"/>
          </a:xfrm>
        </p:spPr>
        <p:txBody>
          <a:bodyPr/>
          <a:lstStyle/>
          <a:p>
            <a:pPr algn="ctr">
              <a:defRPr/>
            </a:pPr>
            <a:r>
              <a:rPr lang="en-GB" sz="3600" dirty="0" smtClean="0">
                <a:solidFill>
                  <a:srgbClr val="18B2B6"/>
                </a:solidFill>
              </a:rPr>
              <a:t>5.3 Examination (contd.)</a:t>
            </a:r>
          </a:p>
        </p:txBody>
      </p:sp>
      <p:pic>
        <p:nvPicPr>
          <p:cNvPr id="22534" name="Picture 6"/>
          <p:cNvPicPr>
            <a:picLocks noChangeAspect="1" noChangeArrowheads="1"/>
          </p:cNvPicPr>
          <p:nvPr/>
        </p:nvPicPr>
        <p:blipFill>
          <a:blip r:embed="rId2"/>
          <a:srcRect/>
          <a:stretch>
            <a:fillRect/>
          </a:stretch>
        </p:blipFill>
        <p:spPr bwMode="auto">
          <a:xfrm>
            <a:off x="4467276" y="3352800"/>
            <a:ext cx="4676724" cy="3505200"/>
          </a:xfrm>
          <a:prstGeom prst="rect">
            <a:avLst/>
          </a:prstGeom>
          <a:noFill/>
          <a:ln w="9525">
            <a:noFill/>
            <a:miter lim="800000"/>
            <a:headEnd/>
            <a:tailEnd/>
          </a:ln>
          <a:effectLst/>
        </p:spPr>
      </p:pic>
      <p:pic>
        <p:nvPicPr>
          <p:cNvPr id="22535" name="Picture 7"/>
          <p:cNvPicPr>
            <a:picLocks noChangeAspect="1" noChangeArrowheads="1"/>
          </p:cNvPicPr>
          <p:nvPr/>
        </p:nvPicPr>
        <p:blipFill>
          <a:blip r:embed="rId3"/>
          <a:srcRect/>
          <a:stretch>
            <a:fillRect/>
          </a:stretch>
        </p:blipFill>
        <p:spPr bwMode="auto">
          <a:xfrm>
            <a:off x="76200" y="3581400"/>
            <a:ext cx="4289898" cy="3200400"/>
          </a:xfrm>
          <a:prstGeom prst="rect">
            <a:avLst/>
          </a:prstGeom>
          <a:noFill/>
          <a:ln w="9525">
            <a:noFill/>
            <a:miter lim="800000"/>
            <a:headEnd/>
            <a:tailEnd/>
          </a:ln>
          <a:effectLst/>
        </p:spPr>
      </p:pic>
      <p:pic>
        <p:nvPicPr>
          <p:cNvPr id="22536" name="Picture 8"/>
          <p:cNvPicPr>
            <a:picLocks noChangeAspect="1" noChangeArrowheads="1"/>
          </p:cNvPicPr>
          <p:nvPr/>
        </p:nvPicPr>
        <p:blipFill>
          <a:blip r:embed="rId4"/>
          <a:srcRect/>
          <a:stretch>
            <a:fillRect/>
          </a:stretch>
        </p:blipFill>
        <p:spPr bwMode="auto">
          <a:xfrm>
            <a:off x="4800600" y="990600"/>
            <a:ext cx="4343400" cy="211534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Placeholder 2"/>
          <p:cNvSpPr>
            <a:spLocks noGrp="1"/>
          </p:cNvSpPr>
          <p:nvPr>
            <p:ph type="body" idx="1"/>
          </p:nvPr>
        </p:nvSpPr>
        <p:spPr>
          <a:xfrm>
            <a:off x="152400" y="838200"/>
            <a:ext cx="4191000" cy="2895600"/>
          </a:xfrm>
        </p:spPr>
        <p:txBody>
          <a:bodyPr>
            <a:prstTxWarp prst="textNoShape">
              <a:avLst/>
            </a:prstTxWarp>
          </a:bodyPr>
          <a:lstStyle/>
          <a:p>
            <a:pPr marL="342900" indent="-342900">
              <a:spcBef>
                <a:spcPts val="600"/>
              </a:spcBef>
              <a:spcAft>
                <a:spcPts val="600"/>
              </a:spcAft>
              <a:buClr>
                <a:srgbClr val="FFFF00"/>
              </a:buClr>
              <a:buFont typeface="Wingdings" pitchFamily="2" charset="2"/>
              <a:buChar char="q"/>
            </a:pPr>
            <a:r>
              <a:rPr lang="en-US" sz="2400" b="1" noProof="1" smtClean="0">
                <a:solidFill>
                  <a:srgbClr val="FFFF00"/>
                </a:solidFill>
                <a:effectLst/>
              </a:rPr>
              <a:t>5.3.2.1.4 Attributes: </a:t>
            </a:r>
          </a:p>
          <a:p>
            <a:pPr marL="342900" indent="-342900">
              <a:spcBef>
                <a:spcPts val="600"/>
              </a:spcBef>
              <a:spcAft>
                <a:spcPts val="600"/>
              </a:spcAft>
              <a:buClr>
                <a:srgbClr val="FFC000"/>
              </a:buClr>
              <a:buFont typeface="Wingdings" pitchFamily="2" charset="2"/>
              <a:buChar char="ü"/>
            </a:pPr>
            <a:r>
              <a:rPr lang="en-US" sz="1600" dirty="0" smtClean="0">
                <a:effectLst/>
              </a:rPr>
              <a:t>Attributes </a:t>
            </a:r>
            <a:r>
              <a:rPr lang="en-US" sz="1600" dirty="0" smtClean="0">
                <a:solidFill>
                  <a:srgbClr val="FFC000"/>
                </a:solidFill>
                <a:effectLst/>
              </a:rPr>
              <a:t>track metadata </a:t>
            </a:r>
            <a:r>
              <a:rPr lang="en-US" sz="1600" dirty="0" smtClean="0">
                <a:effectLst/>
              </a:rPr>
              <a:t>about specific structures in an </a:t>
            </a:r>
            <a:r>
              <a:rPr lang="en-US" sz="1600" dirty="0" smtClean="0">
                <a:solidFill>
                  <a:srgbClr val="FFC000"/>
                </a:solidFill>
                <a:effectLst/>
              </a:rPr>
              <a:t>MFT record</a:t>
            </a:r>
            <a:r>
              <a:rPr lang="en-US" sz="1600" dirty="0" smtClean="0">
                <a:effectLst/>
              </a:rPr>
              <a:t> that include the </a:t>
            </a:r>
            <a:r>
              <a:rPr lang="en-US" sz="1600" dirty="0" smtClean="0">
                <a:solidFill>
                  <a:srgbClr val="FFC000"/>
                </a:solidFill>
                <a:effectLst/>
              </a:rPr>
              <a:t>data, directory content, file time stamps, file name, security information, and more</a:t>
            </a:r>
            <a:r>
              <a:rPr lang="en-US" sz="1600" dirty="0" smtClean="0">
                <a:effectLst/>
              </a:rPr>
              <a:t>. </a:t>
            </a:r>
          </a:p>
          <a:p>
            <a:pPr marL="342900" indent="-342900">
              <a:spcBef>
                <a:spcPts val="600"/>
              </a:spcBef>
              <a:spcAft>
                <a:spcPts val="600"/>
              </a:spcAft>
              <a:buClr>
                <a:srgbClr val="FFC000"/>
              </a:buClr>
              <a:buFont typeface="Wingdings" pitchFamily="2" charset="2"/>
              <a:buChar char="ü"/>
            </a:pPr>
            <a:r>
              <a:rPr lang="en-US" sz="1600" dirty="0" smtClean="0">
                <a:solidFill>
                  <a:srgbClr val="FFC000"/>
                </a:solidFill>
                <a:effectLst/>
              </a:rPr>
              <a:t>Required attributes</a:t>
            </a:r>
            <a:r>
              <a:rPr lang="en-US" sz="1600" dirty="0" smtClean="0">
                <a:effectLst/>
              </a:rPr>
              <a:t>: the </a:t>
            </a:r>
            <a:r>
              <a:rPr lang="en-US" sz="1600" dirty="0" smtClean="0">
                <a:solidFill>
                  <a:srgbClr val="FFC000"/>
                </a:solidFill>
                <a:effectLst/>
              </a:rPr>
              <a:t>standard information attribute</a:t>
            </a:r>
            <a:r>
              <a:rPr lang="en-US" sz="1600" dirty="0" smtClean="0">
                <a:effectLst/>
              </a:rPr>
              <a:t> and </a:t>
            </a:r>
            <a:r>
              <a:rPr lang="en-US" sz="1600" dirty="0" smtClean="0">
                <a:solidFill>
                  <a:srgbClr val="FFC000"/>
                </a:solidFill>
                <a:effectLst/>
              </a:rPr>
              <a:t>file name </a:t>
            </a:r>
            <a:r>
              <a:rPr lang="en-US" sz="1600" dirty="0" smtClean="0">
                <a:effectLst/>
              </a:rPr>
              <a:t>attribute, and either a </a:t>
            </a:r>
            <a:r>
              <a:rPr lang="en-US" sz="1600" dirty="0" smtClean="0">
                <a:solidFill>
                  <a:srgbClr val="FFC000"/>
                </a:solidFill>
                <a:effectLst/>
              </a:rPr>
              <a:t>data attribute </a:t>
            </a:r>
            <a:r>
              <a:rPr lang="en-US" sz="1600" dirty="0" smtClean="0">
                <a:effectLst/>
              </a:rPr>
              <a:t>or </a:t>
            </a:r>
            <a:r>
              <a:rPr lang="en-US" sz="1600" dirty="0" smtClean="0">
                <a:solidFill>
                  <a:srgbClr val="FFC000"/>
                </a:solidFill>
                <a:effectLst/>
              </a:rPr>
              <a:t>an index root </a:t>
            </a:r>
            <a:r>
              <a:rPr lang="en-US" sz="1600" dirty="0" smtClean="0">
                <a:effectLst/>
              </a:rPr>
              <a:t>attribute. </a:t>
            </a:r>
          </a:p>
        </p:txBody>
      </p:sp>
      <p:sp>
        <p:nvSpPr>
          <p:cNvPr id="5" name="Title 1"/>
          <p:cNvSpPr>
            <a:spLocks noGrp="1"/>
          </p:cNvSpPr>
          <p:nvPr>
            <p:ph type="title"/>
          </p:nvPr>
        </p:nvSpPr>
        <p:spPr>
          <a:xfrm>
            <a:off x="381000" y="90487"/>
            <a:ext cx="8229600" cy="747713"/>
          </a:xfrm>
        </p:spPr>
        <p:txBody>
          <a:bodyPr/>
          <a:lstStyle/>
          <a:p>
            <a:pPr algn="ctr">
              <a:defRPr/>
            </a:pPr>
            <a:r>
              <a:rPr lang="en-GB" sz="3600" dirty="0" smtClean="0">
                <a:solidFill>
                  <a:srgbClr val="18B2B6"/>
                </a:solidFill>
              </a:rPr>
              <a:t>5.3 Examination (contd.)</a:t>
            </a:r>
          </a:p>
        </p:txBody>
      </p:sp>
      <p:pic>
        <p:nvPicPr>
          <p:cNvPr id="7" name="Picture 3"/>
          <p:cNvPicPr>
            <a:picLocks noChangeAspect="1" noChangeArrowheads="1"/>
          </p:cNvPicPr>
          <p:nvPr/>
        </p:nvPicPr>
        <p:blipFill>
          <a:blip r:embed="rId2"/>
          <a:srcRect/>
          <a:stretch>
            <a:fillRect/>
          </a:stretch>
        </p:blipFill>
        <p:spPr bwMode="auto">
          <a:xfrm>
            <a:off x="4355636" y="990600"/>
            <a:ext cx="4760030" cy="1676400"/>
          </a:xfrm>
          <a:prstGeom prst="rect">
            <a:avLst/>
          </a:prstGeom>
          <a:noFill/>
          <a:ln w="9525">
            <a:noFill/>
            <a:miter lim="800000"/>
            <a:headEnd/>
            <a:tailEnd/>
          </a:ln>
        </p:spPr>
      </p:pic>
      <p:pic>
        <p:nvPicPr>
          <p:cNvPr id="8" name="Picture 2"/>
          <p:cNvPicPr>
            <a:picLocks noChangeAspect="1" noChangeArrowheads="1"/>
          </p:cNvPicPr>
          <p:nvPr/>
        </p:nvPicPr>
        <p:blipFill>
          <a:blip r:embed="rId3"/>
          <a:srcRect/>
          <a:stretch>
            <a:fillRect/>
          </a:stretch>
        </p:blipFill>
        <p:spPr bwMode="auto">
          <a:xfrm>
            <a:off x="4187093" y="2819400"/>
            <a:ext cx="4956907" cy="1219200"/>
          </a:xfrm>
          <a:prstGeom prst="rect">
            <a:avLst/>
          </a:prstGeom>
          <a:noFill/>
          <a:ln w="9525">
            <a:noFill/>
            <a:miter lim="800000"/>
            <a:headEnd/>
            <a:tailEnd/>
          </a:ln>
        </p:spPr>
      </p:pic>
      <p:pic>
        <p:nvPicPr>
          <p:cNvPr id="9" name="Picture 3"/>
          <p:cNvPicPr>
            <a:picLocks noChangeAspect="1" noChangeArrowheads="1"/>
          </p:cNvPicPr>
          <p:nvPr/>
        </p:nvPicPr>
        <p:blipFill>
          <a:blip r:embed="rId4"/>
          <a:srcRect/>
          <a:stretch>
            <a:fillRect/>
          </a:stretch>
        </p:blipFill>
        <p:spPr bwMode="auto">
          <a:xfrm>
            <a:off x="3886200" y="4225775"/>
            <a:ext cx="5257800" cy="2403625"/>
          </a:xfrm>
          <a:prstGeom prst="rect">
            <a:avLst/>
          </a:prstGeom>
          <a:noFill/>
          <a:ln w="9525">
            <a:noFill/>
            <a:miter lim="800000"/>
            <a:headEnd/>
            <a:tailEnd/>
          </a:ln>
        </p:spPr>
      </p:pic>
      <p:sp>
        <p:nvSpPr>
          <p:cNvPr id="10" name="Rectangle 9"/>
          <p:cNvSpPr/>
          <p:nvPr/>
        </p:nvSpPr>
        <p:spPr>
          <a:xfrm>
            <a:off x="152400" y="3810000"/>
            <a:ext cx="3733800" cy="2954655"/>
          </a:xfrm>
          <a:prstGeom prst="rect">
            <a:avLst/>
          </a:prstGeom>
        </p:spPr>
        <p:txBody>
          <a:bodyPr wrap="square">
            <a:spAutoFit/>
          </a:bodyPr>
          <a:lstStyle/>
          <a:p>
            <a:pPr marL="342900" indent="-342900">
              <a:spcBef>
                <a:spcPts val="600"/>
              </a:spcBef>
              <a:spcAft>
                <a:spcPts val="600"/>
              </a:spcAft>
              <a:buClr>
                <a:srgbClr val="FFC000"/>
              </a:buClr>
              <a:buFont typeface="Wingdings" pitchFamily="2" charset="2"/>
              <a:buChar char="ü"/>
            </a:pPr>
            <a:r>
              <a:rPr lang="en-US" sz="1600" dirty="0" smtClean="0">
                <a:effectLst/>
              </a:rPr>
              <a:t>Each attribute </a:t>
            </a:r>
            <a:r>
              <a:rPr lang="en-US" sz="1600" dirty="0" smtClean="0">
                <a:solidFill>
                  <a:srgbClr val="FFC000"/>
                </a:solidFill>
                <a:effectLst/>
              </a:rPr>
              <a:t>begins with a header</a:t>
            </a:r>
            <a:r>
              <a:rPr lang="en-US" sz="1600" dirty="0" smtClean="0">
                <a:effectLst/>
              </a:rPr>
              <a:t> that describes the attribute’s </a:t>
            </a:r>
            <a:r>
              <a:rPr lang="en-US" sz="1600" dirty="0" smtClean="0">
                <a:solidFill>
                  <a:srgbClr val="FFC000"/>
                </a:solidFill>
                <a:effectLst/>
              </a:rPr>
              <a:t>physical size </a:t>
            </a:r>
            <a:r>
              <a:rPr lang="en-US" sz="1600" dirty="0" smtClean="0">
                <a:effectLst/>
              </a:rPr>
              <a:t>and how to find the </a:t>
            </a:r>
            <a:r>
              <a:rPr lang="en-US" sz="1600" dirty="0" smtClean="0">
                <a:solidFill>
                  <a:srgbClr val="FFC000"/>
                </a:solidFill>
                <a:effectLst/>
              </a:rPr>
              <a:t>content of the attribute</a:t>
            </a:r>
            <a:r>
              <a:rPr lang="en-US" sz="1600" dirty="0" smtClean="0">
                <a:effectLst/>
              </a:rPr>
              <a:t>.</a:t>
            </a:r>
          </a:p>
          <a:p>
            <a:pPr marL="342900" indent="-342900">
              <a:spcBef>
                <a:spcPts val="600"/>
              </a:spcBef>
              <a:spcAft>
                <a:spcPts val="600"/>
              </a:spcAft>
              <a:buClr>
                <a:srgbClr val="FFC000"/>
              </a:buClr>
              <a:buFont typeface="Wingdings" pitchFamily="2" charset="2"/>
              <a:buChar char="ü"/>
            </a:pPr>
            <a:r>
              <a:rPr lang="en-US" sz="1600" dirty="0" smtClean="0"/>
              <a:t>The </a:t>
            </a:r>
            <a:r>
              <a:rPr lang="en-US" sz="1600" dirty="0" smtClean="0">
                <a:solidFill>
                  <a:srgbClr val="FFC000"/>
                </a:solidFill>
              </a:rPr>
              <a:t>content</a:t>
            </a:r>
            <a:r>
              <a:rPr lang="en-US" sz="1600" dirty="0" smtClean="0"/>
              <a:t> of an attribute can be </a:t>
            </a:r>
            <a:r>
              <a:rPr lang="en-US" sz="1600" dirty="0" smtClean="0">
                <a:solidFill>
                  <a:srgbClr val="FFC000"/>
                </a:solidFill>
              </a:rPr>
              <a:t>resident (</a:t>
            </a:r>
            <a:r>
              <a:rPr lang="en-US" sz="1600" dirty="0" smtClean="0"/>
              <a:t>files &lt;1024 bytes</a:t>
            </a:r>
            <a:r>
              <a:rPr lang="en-US" sz="1600" dirty="0" smtClean="0">
                <a:solidFill>
                  <a:srgbClr val="FFC000"/>
                </a:solidFill>
              </a:rPr>
              <a:t>) </a:t>
            </a:r>
            <a:r>
              <a:rPr lang="en-US" sz="1600" dirty="0" smtClean="0"/>
              <a:t>or </a:t>
            </a:r>
            <a:r>
              <a:rPr lang="en-US" sz="1600" dirty="0" smtClean="0">
                <a:solidFill>
                  <a:srgbClr val="FFC000"/>
                </a:solidFill>
              </a:rPr>
              <a:t>nonresident</a:t>
            </a:r>
            <a:r>
              <a:rPr lang="en-US" sz="1600" dirty="0">
                <a:solidFill>
                  <a:srgbClr val="FFC000"/>
                </a:solidFill>
              </a:rPr>
              <a:t> </a:t>
            </a:r>
            <a:r>
              <a:rPr lang="en-US" sz="1600" dirty="0" smtClean="0">
                <a:solidFill>
                  <a:srgbClr val="FFC000"/>
                </a:solidFill>
              </a:rPr>
              <a:t>( </a:t>
            </a:r>
            <a:r>
              <a:rPr lang="en-US" sz="1600" dirty="0" smtClean="0"/>
              <a:t>files</a:t>
            </a:r>
            <a:r>
              <a:rPr lang="en-US" sz="1600" dirty="0" smtClean="0">
                <a:solidFill>
                  <a:srgbClr val="FFC000"/>
                </a:solidFill>
              </a:rPr>
              <a:t> </a:t>
            </a:r>
            <a:r>
              <a:rPr lang="en-US" sz="1600" dirty="0" smtClean="0"/>
              <a:t>larger than 1024 bytes). The </a:t>
            </a:r>
            <a:r>
              <a:rPr lang="en-US" sz="1600" dirty="0" smtClean="0">
                <a:solidFill>
                  <a:srgbClr val="FFC000"/>
                </a:solidFill>
              </a:rPr>
              <a:t>standard information attribute</a:t>
            </a:r>
            <a:r>
              <a:rPr lang="en-US" sz="1600" dirty="0" smtClean="0"/>
              <a:t>, </a:t>
            </a:r>
            <a:r>
              <a:rPr lang="en-US" sz="1600" dirty="0" smtClean="0">
                <a:solidFill>
                  <a:srgbClr val="FFC000"/>
                </a:solidFill>
              </a:rPr>
              <a:t>file name attribute(s)</a:t>
            </a:r>
            <a:r>
              <a:rPr lang="en-US" sz="1600" dirty="0" smtClean="0"/>
              <a:t>, and </a:t>
            </a:r>
            <a:r>
              <a:rPr lang="en-US" sz="1600" dirty="0" smtClean="0">
                <a:solidFill>
                  <a:srgbClr val="FFC000"/>
                </a:solidFill>
              </a:rPr>
              <a:t>index root attributes</a:t>
            </a:r>
            <a:r>
              <a:rPr lang="en-US" sz="1600" dirty="0" smtClean="0"/>
              <a:t> are required to be </a:t>
            </a:r>
            <a:r>
              <a:rPr lang="en-US" sz="1600" dirty="0" smtClean="0">
                <a:solidFill>
                  <a:srgbClr val="FFC000"/>
                </a:solidFill>
              </a:rPr>
              <a:t>resident</a:t>
            </a:r>
            <a:r>
              <a:rPr lang="en-US" sz="1600" dirty="0" smtClean="0"/>
              <a:t>. </a:t>
            </a:r>
            <a:endParaRPr lang="en-US" sz="1600" noProof="1" smtClean="0">
              <a:solidFill>
                <a:srgbClr val="FFC000"/>
              </a:solidFill>
              <a:effectLst/>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Placeholder 2"/>
          <p:cNvSpPr>
            <a:spLocks noGrp="1"/>
          </p:cNvSpPr>
          <p:nvPr>
            <p:ph type="body" idx="1"/>
          </p:nvPr>
        </p:nvSpPr>
        <p:spPr>
          <a:xfrm>
            <a:off x="228600" y="1752600"/>
            <a:ext cx="8763000" cy="1676400"/>
          </a:xfrm>
        </p:spPr>
        <p:txBody>
          <a:bodyPr>
            <a:prstTxWarp prst="textNoShape">
              <a:avLst/>
            </a:prstTxWarp>
          </a:bodyPr>
          <a:lstStyle/>
          <a:p>
            <a:pPr marL="342900" indent="-342900">
              <a:spcBef>
                <a:spcPts val="600"/>
              </a:spcBef>
              <a:spcAft>
                <a:spcPts val="600"/>
              </a:spcAft>
              <a:buClr>
                <a:srgbClr val="FFFF00"/>
              </a:buClr>
              <a:buFont typeface="Wingdings" pitchFamily="2" charset="2"/>
              <a:buChar char="q"/>
            </a:pPr>
            <a:r>
              <a:rPr lang="en-US" sz="2400" b="1" noProof="1" smtClean="0">
                <a:solidFill>
                  <a:srgbClr val="FFFF00"/>
                </a:solidFill>
                <a:effectLst/>
              </a:rPr>
              <a:t>5.3.2.1.4 Attributes (contd.): </a:t>
            </a:r>
          </a:p>
          <a:p>
            <a:pPr marL="342900" indent="-342900">
              <a:spcBef>
                <a:spcPts val="600"/>
              </a:spcBef>
              <a:spcAft>
                <a:spcPts val="600"/>
              </a:spcAft>
              <a:buClr>
                <a:srgbClr val="FFC000"/>
              </a:buClr>
              <a:buFont typeface="Wingdings" pitchFamily="2" charset="2"/>
              <a:buChar char="ü"/>
            </a:pPr>
            <a:r>
              <a:rPr lang="en-US" sz="1600" dirty="0" smtClean="0">
                <a:effectLst/>
              </a:rPr>
              <a:t>To </a:t>
            </a:r>
            <a:r>
              <a:rPr lang="en-US" sz="1600" dirty="0" smtClean="0">
                <a:solidFill>
                  <a:srgbClr val="FFC000"/>
                </a:solidFill>
                <a:effectLst/>
              </a:rPr>
              <a:t>track a file on an NTFS file system</a:t>
            </a:r>
            <a:r>
              <a:rPr lang="en-US" sz="1600" dirty="0" smtClean="0">
                <a:effectLst/>
              </a:rPr>
              <a:t>, at minimum the file system needs the </a:t>
            </a:r>
            <a:r>
              <a:rPr lang="en-US" sz="1600" dirty="0" smtClean="0">
                <a:solidFill>
                  <a:srgbClr val="FFC000"/>
                </a:solidFill>
                <a:effectLst/>
              </a:rPr>
              <a:t>file record header </a:t>
            </a:r>
            <a:r>
              <a:rPr lang="en-US" sz="1600" dirty="0" smtClean="0">
                <a:effectLst/>
              </a:rPr>
              <a:t>along with </a:t>
            </a:r>
            <a:r>
              <a:rPr lang="en-US" sz="1600" dirty="0" smtClean="0">
                <a:solidFill>
                  <a:srgbClr val="FFC000"/>
                </a:solidFill>
                <a:effectLst/>
              </a:rPr>
              <a:t>the standard information attribute, at least one file name attribute</a:t>
            </a:r>
            <a:r>
              <a:rPr lang="en-US" sz="1600" dirty="0" smtClean="0">
                <a:effectLst/>
              </a:rPr>
              <a:t>, and </a:t>
            </a:r>
            <a:r>
              <a:rPr lang="en-US" sz="1600" dirty="0" smtClean="0">
                <a:solidFill>
                  <a:srgbClr val="FFC000"/>
                </a:solidFill>
                <a:effectLst/>
              </a:rPr>
              <a:t>the data attribute</a:t>
            </a:r>
            <a:r>
              <a:rPr lang="en-US" sz="1600" dirty="0" smtClean="0">
                <a:effectLst/>
              </a:rPr>
              <a:t>. (Figure 5.13)</a:t>
            </a:r>
          </a:p>
          <a:p>
            <a:pPr marL="342900" indent="-342900">
              <a:spcBef>
                <a:spcPts val="600"/>
              </a:spcBef>
              <a:spcAft>
                <a:spcPts val="600"/>
              </a:spcAft>
              <a:buClr>
                <a:srgbClr val="FFC000"/>
              </a:buClr>
              <a:buFont typeface="Wingdings" pitchFamily="2" charset="2"/>
              <a:buChar char="ü"/>
            </a:pPr>
            <a:r>
              <a:rPr lang="en-MY" altLang="x-none" sz="1600" noProof="1" smtClean="0">
                <a:solidFill>
                  <a:srgbClr val="FFFF00"/>
                </a:solidFill>
                <a:effectLst/>
              </a:rPr>
              <a:t>Standard Information Attribute:</a:t>
            </a:r>
            <a:r>
              <a:rPr lang="en-MY" altLang="x-none" sz="1600" noProof="1" smtClean="0">
                <a:effectLst/>
              </a:rPr>
              <a:t> MAC (</a:t>
            </a:r>
            <a:r>
              <a:rPr lang="en-MY" altLang="x-none" sz="1600" noProof="1" smtClean="0">
                <a:solidFill>
                  <a:srgbClr val="FFC000"/>
                </a:solidFill>
                <a:effectLst/>
              </a:rPr>
              <a:t>modiﬁed, accessed, changed</a:t>
            </a:r>
            <a:r>
              <a:rPr lang="en-MY" altLang="x-none" sz="1600" noProof="1" smtClean="0">
                <a:effectLst/>
              </a:rPr>
              <a:t>) times were originally derived from the </a:t>
            </a:r>
            <a:r>
              <a:rPr lang="en-MY" altLang="x-none" sz="1600" noProof="1" smtClean="0">
                <a:solidFill>
                  <a:srgbClr val="FFC000"/>
                </a:solidFill>
                <a:effectLst/>
              </a:rPr>
              <a:t>three UNIX ﬁle system timestamps </a:t>
            </a:r>
            <a:r>
              <a:rPr lang="en-MY" altLang="x-none" sz="1600" noProof="1" smtClean="0">
                <a:effectLst/>
              </a:rPr>
              <a:t>– ﬁle content Modiﬁed, ﬁle last Accessed, and inode Changed time.</a:t>
            </a:r>
          </a:p>
          <a:p>
            <a:pPr marL="342900" indent="-342900">
              <a:spcBef>
                <a:spcPts val="600"/>
              </a:spcBef>
              <a:spcAft>
                <a:spcPts val="600"/>
              </a:spcAft>
              <a:buClr>
                <a:srgbClr val="FFC000"/>
              </a:buClr>
              <a:buFont typeface="Wingdings" pitchFamily="2" charset="2"/>
              <a:buChar char="ü"/>
            </a:pPr>
            <a:r>
              <a:rPr lang="en-US" sz="1600" dirty="0" smtClean="0">
                <a:effectLst/>
              </a:rPr>
              <a:t>Various tools and Oss often refer to these times differently. </a:t>
            </a:r>
            <a:r>
              <a:rPr lang="en-US" sz="1600" dirty="0" smtClean="0">
                <a:solidFill>
                  <a:srgbClr val="FFC000"/>
                </a:solidFill>
                <a:effectLst/>
              </a:rPr>
              <a:t>Table 5.14 </a:t>
            </a:r>
            <a:r>
              <a:rPr lang="en-US" sz="1600" dirty="0" smtClean="0">
                <a:effectLst/>
              </a:rPr>
              <a:t>provides a </a:t>
            </a:r>
            <a:r>
              <a:rPr lang="en-US" sz="1600" dirty="0" smtClean="0">
                <a:solidFill>
                  <a:srgbClr val="FFC000"/>
                </a:solidFill>
                <a:effectLst/>
              </a:rPr>
              <a:t>comparison</a:t>
            </a:r>
            <a:r>
              <a:rPr lang="en-US" sz="1600" dirty="0" smtClean="0">
                <a:effectLst/>
              </a:rPr>
              <a:t> of </a:t>
            </a:r>
            <a:r>
              <a:rPr lang="en-US" sz="1600" dirty="0" smtClean="0">
                <a:solidFill>
                  <a:srgbClr val="FFC000"/>
                </a:solidFill>
                <a:effectLst/>
              </a:rPr>
              <a:t>UNIX MAC file time descriptions </a:t>
            </a:r>
            <a:r>
              <a:rPr lang="en-US" sz="1600" dirty="0" smtClean="0">
                <a:effectLst/>
              </a:rPr>
              <a:t>to Microsoft </a:t>
            </a:r>
            <a:r>
              <a:rPr lang="en-US" sz="1600" dirty="0" smtClean="0">
                <a:solidFill>
                  <a:srgbClr val="FFC000"/>
                </a:solidFill>
                <a:effectLst/>
              </a:rPr>
              <a:t>Windows file time descriptions</a:t>
            </a:r>
            <a:r>
              <a:rPr lang="en-US" sz="1600" dirty="0" smtClean="0">
                <a:effectLst/>
              </a:rPr>
              <a:t>.</a:t>
            </a:r>
            <a:endParaRPr lang="en-US" sz="1600" dirty="0">
              <a:effectLst/>
            </a:endParaRPr>
          </a:p>
        </p:txBody>
      </p:sp>
      <p:sp>
        <p:nvSpPr>
          <p:cNvPr id="5" name="Title 1"/>
          <p:cNvSpPr>
            <a:spLocks noGrp="1"/>
          </p:cNvSpPr>
          <p:nvPr>
            <p:ph type="title"/>
          </p:nvPr>
        </p:nvSpPr>
        <p:spPr>
          <a:xfrm>
            <a:off x="381000" y="0"/>
            <a:ext cx="8229600" cy="747713"/>
          </a:xfrm>
        </p:spPr>
        <p:txBody>
          <a:bodyPr/>
          <a:lstStyle/>
          <a:p>
            <a:pPr algn="ctr">
              <a:defRPr/>
            </a:pPr>
            <a:r>
              <a:rPr lang="en-GB" sz="3600" dirty="0" smtClean="0">
                <a:solidFill>
                  <a:srgbClr val="18B2B6"/>
                </a:solidFill>
              </a:rPr>
              <a:t>5.3 Examination (contd.)</a:t>
            </a:r>
          </a:p>
        </p:txBody>
      </p:sp>
      <p:pic>
        <p:nvPicPr>
          <p:cNvPr id="11" name="Picture 6"/>
          <p:cNvPicPr>
            <a:picLocks noChangeAspect="1" noChangeArrowheads="1"/>
          </p:cNvPicPr>
          <p:nvPr/>
        </p:nvPicPr>
        <p:blipFill>
          <a:blip r:embed="rId2"/>
          <a:srcRect/>
          <a:stretch>
            <a:fillRect/>
          </a:stretch>
        </p:blipFill>
        <p:spPr bwMode="auto">
          <a:xfrm>
            <a:off x="152400" y="3502576"/>
            <a:ext cx="4543425" cy="3355424"/>
          </a:xfrm>
          <a:prstGeom prst="rect">
            <a:avLst/>
          </a:prstGeom>
          <a:noFill/>
          <a:ln w="9525">
            <a:noFill/>
            <a:miter lim="800000"/>
            <a:headEnd/>
            <a:tailEnd/>
          </a:ln>
          <a:effectLst/>
        </p:spPr>
      </p:pic>
      <p:pic>
        <p:nvPicPr>
          <p:cNvPr id="58370" name="Picture 2"/>
          <p:cNvPicPr>
            <a:picLocks noChangeAspect="1" noChangeArrowheads="1"/>
          </p:cNvPicPr>
          <p:nvPr/>
        </p:nvPicPr>
        <p:blipFill>
          <a:blip r:embed="rId3"/>
          <a:srcRect/>
          <a:stretch>
            <a:fillRect/>
          </a:stretch>
        </p:blipFill>
        <p:spPr bwMode="auto">
          <a:xfrm>
            <a:off x="4824173" y="3657600"/>
            <a:ext cx="4319828"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Placeholder 2"/>
          <p:cNvSpPr>
            <a:spLocks noGrp="1" noChangeArrowheads="1"/>
          </p:cNvSpPr>
          <p:nvPr>
            <p:ph type="body" idx="1"/>
          </p:nvPr>
        </p:nvSpPr>
        <p:spPr>
          <a:xfrm>
            <a:off x="228600" y="609600"/>
            <a:ext cx="4038600" cy="6172200"/>
          </a:xfrm>
        </p:spPr>
        <p:txBody>
          <a:bodyPr>
            <a:prstTxWarp prst="textNoShape">
              <a:avLst/>
            </a:prstTxWarp>
          </a:bodyPr>
          <a:lstStyle/>
          <a:p>
            <a:pPr marL="342900" indent="-342900">
              <a:buClr>
                <a:srgbClr val="FFFF00"/>
              </a:buClr>
              <a:buFont typeface="Wingdings" pitchFamily="2" charset="2"/>
              <a:buChar char="q"/>
            </a:pPr>
            <a:r>
              <a:rPr lang="en-MY" sz="2200" b="1" dirty="0" smtClean="0">
                <a:solidFill>
                  <a:srgbClr val="FFFF00"/>
                </a:solidFill>
                <a:effectLst/>
              </a:rPr>
              <a:t>5.3.2.2 INDX (Index)</a:t>
            </a:r>
          </a:p>
          <a:p>
            <a:pPr marL="342900" indent="-342900">
              <a:spcBef>
                <a:spcPts val="600"/>
              </a:spcBef>
              <a:spcAft>
                <a:spcPts val="600"/>
              </a:spcAft>
              <a:buClr>
                <a:srgbClr val="FFFF00"/>
              </a:buClr>
              <a:buFont typeface="Wingdings" pitchFamily="2" charset="2"/>
              <a:buChar char="ü"/>
            </a:pPr>
            <a:r>
              <a:rPr lang="en-MY" sz="1600" dirty="0" smtClean="0">
                <a:effectLst/>
              </a:rPr>
              <a:t>INDX records can be </a:t>
            </a:r>
            <a:r>
              <a:rPr lang="en-MY" sz="1600" dirty="0" smtClean="0">
                <a:solidFill>
                  <a:srgbClr val="FFC000"/>
                </a:solidFill>
                <a:effectLst/>
              </a:rPr>
              <a:t>sources of evidence </a:t>
            </a:r>
            <a:r>
              <a:rPr lang="en-MY" sz="1600" dirty="0" smtClean="0">
                <a:effectLst/>
              </a:rPr>
              <a:t>even if the directory has been </a:t>
            </a:r>
            <a:r>
              <a:rPr lang="en-MY" sz="1600" dirty="0" smtClean="0">
                <a:solidFill>
                  <a:srgbClr val="FFC000"/>
                </a:solidFill>
                <a:effectLst/>
              </a:rPr>
              <a:t>deleted</a:t>
            </a:r>
            <a:r>
              <a:rPr lang="en-MY" sz="1600" dirty="0" smtClean="0">
                <a:effectLst/>
              </a:rPr>
              <a:t>. NTFS does not immediately overwrite content, so if a directory has been deleted, the </a:t>
            </a:r>
            <a:r>
              <a:rPr lang="en-MY" sz="1600" dirty="0" smtClean="0">
                <a:solidFill>
                  <a:srgbClr val="FFC000"/>
                </a:solidFill>
                <a:effectLst/>
              </a:rPr>
              <a:t>INDX records(content of an index attribute) can still be located on disk</a:t>
            </a:r>
            <a:r>
              <a:rPr lang="en-MY" sz="1600" dirty="0" smtClean="0">
                <a:effectLst/>
              </a:rPr>
              <a:t>.</a:t>
            </a:r>
          </a:p>
          <a:p>
            <a:pPr marL="342900" indent="-342900">
              <a:spcBef>
                <a:spcPts val="600"/>
              </a:spcBef>
              <a:spcAft>
                <a:spcPts val="600"/>
              </a:spcAft>
              <a:buClr>
                <a:srgbClr val="FFFF00"/>
              </a:buClr>
              <a:buFont typeface="Wingdings" pitchFamily="2" charset="2"/>
              <a:buChar char="ü"/>
            </a:pPr>
            <a:r>
              <a:rPr lang="en-MY" sz="1600" dirty="0" smtClean="0">
                <a:effectLst/>
              </a:rPr>
              <a:t>The index </a:t>
            </a:r>
            <a:r>
              <a:rPr lang="en-MY" sz="1600" dirty="0" smtClean="0">
                <a:solidFill>
                  <a:srgbClr val="FFC000"/>
                </a:solidFill>
                <a:effectLst/>
              </a:rPr>
              <a:t>always starts with INDX </a:t>
            </a:r>
            <a:r>
              <a:rPr lang="en-MY" sz="1600" dirty="0" smtClean="0">
                <a:effectLst/>
              </a:rPr>
              <a:t>and records that have not been overwritten can be </a:t>
            </a:r>
            <a:r>
              <a:rPr lang="en-MY" sz="1600" dirty="0" smtClean="0">
                <a:solidFill>
                  <a:srgbClr val="FFC000"/>
                </a:solidFill>
                <a:effectLst/>
              </a:rPr>
              <a:t>carved with tools </a:t>
            </a:r>
            <a:r>
              <a:rPr lang="en-MY" sz="1600" dirty="0" smtClean="0">
                <a:effectLst/>
              </a:rPr>
              <a:t>– or even </a:t>
            </a:r>
            <a:r>
              <a:rPr lang="en-MY" sz="1600" dirty="0" smtClean="0">
                <a:solidFill>
                  <a:srgbClr val="FFC000"/>
                </a:solidFill>
                <a:effectLst/>
              </a:rPr>
              <a:t>viewed with a hex editor</a:t>
            </a:r>
            <a:r>
              <a:rPr lang="en-MY" sz="1600" dirty="0" smtClean="0">
                <a:effectLst/>
              </a:rPr>
              <a:t>.</a:t>
            </a:r>
            <a:endParaRPr lang="en-US" sz="1600" dirty="0" smtClean="0">
              <a:effectLst/>
            </a:endParaRPr>
          </a:p>
          <a:p>
            <a:pPr marL="342900" indent="-342900">
              <a:spcBef>
                <a:spcPts val="600"/>
              </a:spcBef>
              <a:spcAft>
                <a:spcPts val="600"/>
              </a:spcAft>
              <a:buClr>
                <a:srgbClr val="FFFF00"/>
              </a:buClr>
              <a:buFont typeface="Wingdings" pitchFamily="2" charset="2"/>
              <a:buChar char="q"/>
            </a:pPr>
            <a:r>
              <a:rPr lang="en-MY" sz="2200" b="1" dirty="0" smtClean="0">
                <a:solidFill>
                  <a:srgbClr val="FFFF00"/>
                </a:solidFill>
                <a:effectLst/>
              </a:rPr>
              <a:t>5.3.2.3 Orphan Files</a:t>
            </a:r>
          </a:p>
          <a:p>
            <a:pPr marL="342900" indent="-342900">
              <a:spcBef>
                <a:spcPts val="600"/>
              </a:spcBef>
              <a:spcAft>
                <a:spcPts val="600"/>
              </a:spcAft>
              <a:buClr>
                <a:srgbClr val="FFFF00"/>
              </a:buClr>
              <a:buFont typeface="Wingdings" pitchFamily="2" charset="2"/>
              <a:buChar char="ü"/>
            </a:pPr>
            <a:r>
              <a:rPr lang="en-MY" sz="1600" dirty="0" smtClean="0">
                <a:effectLst/>
              </a:rPr>
              <a:t>Files whose </a:t>
            </a:r>
            <a:r>
              <a:rPr lang="en-MY" sz="1600" dirty="0" smtClean="0">
                <a:solidFill>
                  <a:srgbClr val="FFC000"/>
                </a:solidFill>
                <a:effectLst/>
              </a:rPr>
              <a:t>parent directory has been deleted </a:t>
            </a:r>
            <a:r>
              <a:rPr lang="en-MY" sz="1600" dirty="0" smtClean="0">
                <a:effectLst/>
              </a:rPr>
              <a:t>and whose </a:t>
            </a:r>
            <a:r>
              <a:rPr lang="en-MY" sz="1600" dirty="0" smtClean="0">
                <a:solidFill>
                  <a:srgbClr val="FFC000"/>
                </a:solidFill>
                <a:effectLst/>
              </a:rPr>
              <a:t>MFT record is overwritten </a:t>
            </a:r>
            <a:r>
              <a:rPr lang="en-MY" sz="1600" dirty="0" smtClean="0">
                <a:effectLst/>
              </a:rPr>
              <a:t>are known as </a:t>
            </a:r>
            <a:r>
              <a:rPr lang="en-MY" sz="1600" dirty="0" smtClean="0">
                <a:solidFill>
                  <a:srgbClr val="FFC000"/>
                </a:solidFill>
                <a:effectLst/>
              </a:rPr>
              <a:t>orphan </a:t>
            </a:r>
            <a:r>
              <a:rPr lang="en-MY" sz="1600" dirty="0" err="1" smtClean="0">
                <a:solidFill>
                  <a:srgbClr val="FFC000"/>
                </a:solidFill>
                <a:effectLst/>
              </a:rPr>
              <a:t>ﬁles</a:t>
            </a:r>
            <a:r>
              <a:rPr lang="en-MY" sz="1600" dirty="0" smtClean="0">
                <a:solidFill>
                  <a:srgbClr val="FFC000"/>
                </a:solidFill>
                <a:effectLst/>
              </a:rPr>
              <a:t> </a:t>
            </a:r>
            <a:r>
              <a:rPr lang="en-MY" sz="1600" dirty="0" smtClean="0">
                <a:effectLst/>
              </a:rPr>
              <a:t>or </a:t>
            </a:r>
            <a:r>
              <a:rPr lang="en-MY" sz="1600" dirty="0" smtClean="0">
                <a:solidFill>
                  <a:srgbClr val="FFC000"/>
                </a:solidFill>
                <a:effectLst/>
              </a:rPr>
              <a:t>lost </a:t>
            </a:r>
            <a:r>
              <a:rPr lang="en-MY" sz="1600" dirty="0" err="1" smtClean="0">
                <a:solidFill>
                  <a:srgbClr val="FFC000"/>
                </a:solidFill>
                <a:effectLst/>
              </a:rPr>
              <a:t>ﬁles</a:t>
            </a:r>
            <a:r>
              <a:rPr lang="en-MY" sz="1600" dirty="0" smtClean="0">
                <a:solidFill>
                  <a:srgbClr val="FFC000"/>
                </a:solidFill>
                <a:effectLst/>
              </a:rPr>
              <a:t>.</a:t>
            </a:r>
            <a:r>
              <a:rPr lang="en-MY" sz="1600" dirty="0" smtClean="0">
                <a:effectLst/>
              </a:rPr>
              <a:t> (</a:t>
            </a:r>
            <a:r>
              <a:rPr lang="en-MY" sz="1600" dirty="0" smtClean="0">
                <a:solidFill>
                  <a:srgbClr val="FFC000"/>
                </a:solidFill>
                <a:effectLst/>
              </a:rPr>
              <a:t>Figure 5.15 &amp; 5.16</a:t>
            </a:r>
            <a:r>
              <a:rPr lang="en-MY" sz="1600" dirty="0" smtClean="0">
                <a:effectLst/>
              </a:rPr>
              <a:t>)</a:t>
            </a:r>
            <a:endParaRPr lang="en-MY" sz="1600" dirty="0" smtClean="0">
              <a:solidFill>
                <a:srgbClr val="FFC000"/>
              </a:solidFill>
              <a:effectLst/>
            </a:endParaRPr>
          </a:p>
          <a:p>
            <a:pPr marL="342900" indent="-342900">
              <a:spcBef>
                <a:spcPts val="600"/>
              </a:spcBef>
              <a:spcAft>
                <a:spcPts val="600"/>
              </a:spcAft>
              <a:buClr>
                <a:srgbClr val="FFFF00"/>
              </a:buClr>
              <a:buFont typeface="Wingdings" pitchFamily="2" charset="2"/>
              <a:buChar char="ü"/>
            </a:pPr>
            <a:r>
              <a:rPr lang="en-US" sz="1600" dirty="0" smtClean="0">
                <a:effectLst/>
              </a:rPr>
              <a:t>If the </a:t>
            </a:r>
            <a:r>
              <a:rPr lang="en-US" sz="1600" dirty="0" smtClean="0">
                <a:solidFill>
                  <a:srgbClr val="FFC000"/>
                </a:solidFill>
                <a:effectLst/>
              </a:rPr>
              <a:t>files’ records were not overwritten</a:t>
            </a:r>
            <a:r>
              <a:rPr lang="en-US" sz="1600" dirty="0" smtClean="0">
                <a:effectLst/>
              </a:rPr>
              <a:t>, the Metadata for the files is </a:t>
            </a:r>
            <a:r>
              <a:rPr lang="en-US" sz="1600" dirty="0" smtClean="0">
                <a:solidFill>
                  <a:srgbClr val="FFC000"/>
                </a:solidFill>
                <a:effectLst/>
              </a:rPr>
              <a:t>recoverable</a:t>
            </a:r>
            <a:r>
              <a:rPr lang="en-US" sz="1600" dirty="0" smtClean="0">
                <a:effectLst/>
              </a:rPr>
              <a:t> and the </a:t>
            </a:r>
            <a:r>
              <a:rPr lang="en-US" sz="1600" dirty="0" smtClean="0">
                <a:solidFill>
                  <a:srgbClr val="FFC000"/>
                </a:solidFill>
                <a:effectLst/>
              </a:rPr>
              <a:t>file data may also be recovered</a:t>
            </a:r>
            <a:r>
              <a:rPr lang="en-US" sz="1600" dirty="0" smtClean="0">
                <a:effectLst/>
              </a:rPr>
              <a:t>.</a:t>
            </a:r>
            <a:endParaRPr lang="en-MY" sz="1600" dirty="0" smtClean="0">
              <a:effectLst/>
            </a:endParaRPr>
          </a:p>
        </p:txBody>
      </p:sp>
      <p:sp>
        <p:nvSpPr>
          <p:cNvPr id="4" name="Title 1"/>
          <p:cNvSpPr>
            <a:spLocks noGrp="1"/>
          </p:cNvSpPr>
          <p:nvPr>
            <p:ph type="title"/>
          </p:nvPr>
        </p:nvSpPr>
        <p:spPr>
          <a:xfrm>
            <a:off x="381000" y="0"/>
            <a:ext cx="8229600" cy="747713"/>
          </a:xfrm>
        </p:spPr>
        <p:txBody>
          <a:bodyPr/>
          <a:lstStyle/>
          <a:p>
            <a:pPr algn="ctr">
              <a:defRPr/>
            </a:pPr>
            <a:r>
              <a:rPr lang="en-GB" sz="3600" dirty="0" smtClean="0">
                <a:solidFill>
                  <a:srgbClr val="18B2B6"/>
                </a:solidFill>
              </a:rPr>
              <a:t>5.3 Examination (contd.)</a:t>
            </a:r>
          </a:p>
        </p:txBody>
      </p:sp>
      <p:pic>
        <p:nvPicPr>
          <p:cNvPr id="27652" name="Picture 4"/>
          <p:cNvPicPr>
            <a:picLocks noChangeAspect="1" noChangeArrowheads="1"/>
          </p:cNvPicPr>
          <p:nvPr/>
        </p:nvPicPr>
        <p:blipFill>
          <a:blip r:embed="rId2"/>
          <a:srcRect/>
          <a:stretch>
            <a:fillRect/>
          </a:stretch>
        </p:blipFill>
        <p:spPr bwMode="auto">
          <a:xfrm>
            <a:off x="4305300" y="762000"/>
            <a:ext cx="4838700" cy="2674018"/>
          </a:xfrm>
          <a:prstGeom prst="rect">
            <a:avLst/>
          </a:prstGeom>
          <a:noFill/>
          <a:ln w="9525">
            <a:noFill/>
            <a:miter lim="800000"/>
            <a:headEnd/>
            <a:tailEnd/>
          </a:ln>
          <a:effectLst/>
        </p:spPr>
      </p:pic>
      <p:pic>
        <p:nvPicPr>
          <p:cNvPr id="27653" name="Picture 5"/>
          <p:cNvPicPr>
            <a:picLocks noChangeAspect="1" noChangeArrowheads="1"/>
          </p:cNvPicPr>
          <p:nvPr/>
        </p:nvPicPr>
        <p:blipFill>
          <a:blip r:embed="rId3"/>
          <a:srcRect/>
          <a:stretch>
            <a:fillRect/>
          </a:stretch>
        </p:blipFill>
        <p:spPr bwMode="auto">
          <a:xfrm>
            <a:off x="4305300" y="3733800"/>
            <a:ext cx="4838700" cy="29012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1" name="Picture 3"/>
          <p:cNvPicPr>
            <a:picLocks noChangeAspect="1" noChangeArrowheads="1"/>
          </p:cNvPicPr>
          <p:nvPr/>
        </p:nvPicPr>
        <p:blipFill>
          <a:blip r:embed="rId2"/>
          <a:srcRect/>
          <a:stretch>
            <a:fillRect/>
          </a:stretch>
        </p:blipFill>
        <p:spPr bwMode="auto">
          <a:xfrm>
            <a:off x="3276600" y="1295400"/>
            <a:ext cx="5791200" cy="1179689"/>
          </a:xfrm>
          <a:prstGeom prst="rect">
            <a:avLst/>
          </a:prstGeom>
          <a:noFill/>
          <a:ln w="9525">
            <a:noFill/>
            <a:miter lim="800000"/>
            <a:headEnd/>
            <a:tailEnd/>
          </a:ln>
        </p:spPr>
      </p:pic>
      <p:sp>
        <p:nvSpPr>
          <p:cNvPr id="6" name="Title 1"/>
          <p:cNvSpPr>
            <a:spLocks noGrp="1"/>
          </p:cNvSpPr>
          <p:nvPr>
            <p:ph type="title"/>
          </p:nvPr>
        </p:nvSpPr>
        <p:spPr>
          <a:xfrm>
            <a:off x="381000" y="90487"/>
            <a:ext cx="8229600" cy="747713"/>
          </a:xfrm>
        </p:spPr>
        <p:txBody>
          <a:bodyPr/>
          <a:lstStyle/>
          <a:p>
            <a:pPr algn="ctr">
              <a:defRPr/>
            </a:pPr>
            <a:r>
              <a:rPr lang="en-GB" sz="3600" dirty="0" smtClean="0">
                <a:solidFill>
                  <a:srgbClr val="18B2B6"/>
                </a:solidFill>
              </a:rPr>
              <a:t>5.3 Examination (contd.)</a:t>
            </a:r>
          </a:p>
        </p:txBody>
      </p:sp>
      <p:sp>
        <p:nvSpPr>
          <p:cNvPr id="7" name="Text Placeholder 2"/>
          <p:cNvSpPr>
            <a:spLocks noGrp="1" noChangeArrowheads="1"/>
          </p:cNvSpPr>
          <p:nvPr>
            <p:ph type="body" idx="1"/>
          </p:nvPr>
        </p:nvSpPr>
        <p:spPr>
          <a:xfrm>
            <a:off x="0" y="838200"/>
            <a:ext cx="8458200" cy="762000"/>
          </a:xfrm>
        </p:spPr>
        <p:txBody>
          <a:bodyPr>
            <a:prstTxWarp prst="textNoShape">
              <a:avLst/>
            </a:prstTxWarp>
          </a:bodyPr>
          <a:lstStyle/>
          <a:p>
            <a:pPr marL="342900" indent="-342900">
              <a:buClr>
                <a:srgbClr val="FFFF00"/>
              </a:buClr>
              <a:buFont typeface="Wingdings" pitchFamily="2" charset="2"/>
              <a:buChar char="q"/>
              <a:defRPr/>
            </a:pPr>
            <a:r>
              <a:rPr lang="en-MY" sz="2200" b="1" dirty="0" smtClean="0">
                <a:solidFill>
                  <a:srgbClr val="FFFF00"/>
                </a:solidFill>
                <a:effectLst/>
              </a:rPr>
              <a:t>5.3.2.4 EXT2/3/4 (Second, Third, and Fourth Extended File systems)</a:t>
            </a:r>
          </a:p>
        </p:txBody>
      </p:sp>
      <p:sp>
        <p:nvSpPr>
          <p:cNvPr id="9" name="Rectangle 8"/>
          <p:cNvSpPr/>
          <p:nvPr/>
        </p:nvSpPr>
        <p:spPr>
          <a:xfrm>
            <a:off x="228600" y="1676400"/>
            <a:ext cx="3276600" cy="4985980"/>
          </a:xfrm>
          <a:prstGeom prst="rect">
            <a:avLst/>
          </a:prstGeom>
        </p:spPr>
        <p:txBody>
          <a:bodyPr wrap="square">
            <a:spAutoFit/>
          </a:bodyPr>
          <a:lstStyle/>
          <a:p>
            <a:pPr marL="342900" indent="-342900">
              <a:spcBef>
                <a:spcPts val="600"/>
              </a:spcBef>
              <a:spcAft>
                <a:spcPts val="600"/>
              </a:spcAft>
              <a:buClr>
                <a:srgbClr val="FFFF00"/>
              </a:buClr>
              <a:buFont typeface="Wingdings" panose="05000000000000000000" charset="0"/>
              <a:buChar char="ü"/>
              <a:defRPr/>
            </a:pPr>
            <a:r>
              <a:rPr lang="en-US" sz="1600" dirty="0" smtClean="0">
                <a:solidFill>
                  <a:srgbClr val="FFC000"/>
                </a:solidFill>
              </a:rPr>
              <a:t>Most common </a:t>
            </a:r>
            <a:r>
              <a:rPr lang="en-US" sz="1600" dirty="0" smtClean="0"/>
              <a:t>file system supported natively by </a:t>
            </a:r>
            <a:r>
              <a:rPr lang="en-US" sz="1600" dirty="0" smtClean="0">
                <a:solidFill>
                  <a:srgbClr val="FFC000"/>
                </a:solidFill>
              </a:rPr>
              <a:t>Linux distributions (</a:t>
            </a:r>
            <a:r>
              <a:rPr lang="en-US" sz="1600" dirty="0" smtClean="0"/>
              <a:t>EXT2, EXT3 &amp; EXT4</a:t>
            </a:r>
            <a:r>
              <a:rPr lang="en-US" sz="1600" dirty="0" smtClean="0">
                <a:solidFill>
                  <a:srgbClr val="FFC000"/>
                </a:solidFill>
              </a:rPr>
              <a:t>)</a:t>
            </a:r>
          </a:p>
          <a:p>
            <a:pPr marL="342900" indent="-342900">
              <a:spcBef>
                <a:spcPts val="600"/>
              </a:spcBef>
              <a:spcAft>
                <a:spcPts val="600"/>
              </a:spcAft>
              <a:buClr>
                <a:srgbClr val="FFFF00"/>
              </a:buClr>
              <a:buFont typeface="Wingdings" panose="05000000000000000000" charset="0"/>
              <a:buChar char="ü"/>
              <a:defRPr/>
            </a:pPr>
            <a:r>
              <a:rPr lang="en-US" sz="1600" dirty="0" smtClean="0"/>
              <a:t>An </a:t>
            </a:r>
            <a:r>
              <a:rPr lang="en-US" sz="1600" dirty="0" err="1" smtClean="0">
                <a:solidFill>
                  <a:srgbClr val="FFC000"/>
                </a:solidFill>
              </a:rPr>
              <a:t>inode</a:t>
            </a:r>
            <a:r>
              <a:rPr lang="en-US" sz="1600" dirty="0" smtClean="0">
                <a:solidFill>
                  <a:srgbClr val="FFC000"/>
                </a:solidFill>
              </a:rPr>
              <a:t> (index node) </a:t>
            </a:r>
            <a:r>
              <a:rPr lang="en-US" sz="1600" dirty="0" smtClean="0"/>
              <a:t>is used in EXT file systems </a:t>
            </a:r>
            <a:r>
              <a:rPr lang="en-US" sz="1600" dirty="0" smtClean="0">
                <a:solidFill>
                  <a:srgbClr val="FFC000"/>
                </a:solidFill>
              </a:rPr>
              <a:t>to track metadata </a:t>
            </a:r>
            <a:r>
              <a:rPr lang="en-US" sz="1600" dirty="0" smtClean="0"/>
              <a:t>for files and directories (</a:t>
            </a:r>
            <a:r>
              <a:rPr lang="en-US" sz="1600" dirty="0" smtClean="0">
                <a:solidFill>
                  <a:srgbClr val="FFC000"/>
                </a:solidFill>
              </a:rPr>
              <a:t>Def 5.8</a:t>
            </a:r>
            <a:r>
              <a:rPr lang="en-US" sz="1600" dirty="0" smtClean="0"/>
              <a:t>)</a:t>
            </a:r>
          </a:p>
          <a:p>
            <a:pPr marL="342900" indent="-342900">
              <a:spcBef>
                <a:spcPts val="600"/>
              </a:spcBef>
              <a:spcAft>
                <a:spcPts val="600"/>
              </a:spcAft>
              <a:buClr>
                <a:srgbClr val="FFFF00"/>
              </a:buClr>
              <a:buFont typeface="Wingdings" panose="05000000000000000000" charset="0"/>
              <a:buChar char="ü"/>
              <a:defRPr/>
            </a:pPr>
            <a:r>
              <a:rPr lang="en-US" sz="1600" dirty="0" smtClean="0">
                <a:solidFill>
                  <a:srgbClr val="FFC000"/>
                </a:solidFill>
              </a:rPr>
              <a:t>Data for a file or directory </a:t>
            </a:r>
            <a:r>
              <a:rPr lang="en-US" sz="1600" dirty="0" smtClean="0"/>
              <a:t>is stored in </a:t>
            </a:r>
            <a:r>
              <a:rPr lang="en-US" sz="1600" dirty="0" smtClean="0">
                <a:solidFill>
                  <a:srgbClr val="FFC000"/>
                </a:solidFill>
              </a:rPr>
              <a:t>blocks, </a:t>
            </a:r>
            <a:r>
              <a:rPr lang="en-US" sz="1600" dirty="0"/>
              <a:t>smallest addressable allocation unit on an </a:t>
            </a:r>
            <a:r>
              <a:rPr lang="en-US" sz="1600" dirty="0">
                <a:solidFill>
                  <a:srgbClr val="FFC000"/>
                </a:solidFill>
              </a:rPr>
              <a:t>EXT file system</a:t>
            </a:r>
            <a:r>
              <a:rPr lang="en-US" sz="1600" dirty="0"/>
              <a:t>. </a:t>
            </a:r>
            <a:r>
              <a:rPr lang="en-US" sz="1600" dirty="0" smtClean="0"/>
              <a:t>(1, 2, 4, or 8 KB, default block size 1 KB).</a:t>
            </a:r>
          </a:p>
          <a:p>
            <a:pPr marL="342900" indent="-342900">
              <a:spcBef>
                <a:spcPts val="600"/>
              </a:spcBef>
              <a:spcAft>
                <a:spcPts val="600"/>
              </a:spcAft>
              <a:buClr>
                <a:srgbClr val="FFFF00"/>
              </a:buClr>
              <a:buFont typeface="Wingdings" panose="05000000000000000000" charset="0"/>
              <a:buChar char="ü"/>
              <a:defRPr/>
            </a:pPr>
            <a:r>
              <a:rPr lang="en-US" sz="1600" dirty="0" smtClean="0">
                <a:solidFill>
                  <a:srgbClr val="FFC000"/>
                </a:solidFill>
              </a:rPr>
              <a:t>Directory entries</a:t>
            </a:r>
            <a:r>
              <a:rPr lang="en-US" sz="1600" dirty="0" smtClean="0"/>
              <a:t> in EXT file systems contain the </a:t>
            </a:r>
            <a:r>
              <a:rPr lang="en-US" sz="1600" dirty="0" smtClean="0">
                <a:solidFill>
                  <a:srgbClr val="FFC000"/>
                </a:solidFill>
              </a:rPr>
              <a:t>file name length</a:t>
            </a:r>
            <a:r>
              <a:rPr lang="en-US" sz="1600" dirty="0" smtClean="0"/>
              <a:t>, the </a:t>
            </a:r>
            <a:r>
              <a:rPr lang="en-US" sz="1600" dirty="0" smtClean="0">
                <a:solidFill>
                  <a:srgbClr val="FFC000"/>
                </a:solidFill>
              </a:rPr>
              <a:t>file name itself</a:t>
            </a:r>
            <a:r>
              <a:rPr lang="en-US" sz="1600" dirty="0" smtClean="0"/>
              <a:t>, and the </a:t>
            </a:r>
            <a:r>
              <a:rPr lang="en-US" sz="1600" dirty="0" err="1" smtClean="0">
                <a:solidFill>
                  <a:srgbClr val="FFC000"/>
                </a:solidFill>
              </a:rPr>
              <a:t>inode</a:t>
            </a:r>
            <a:r>
              <a:rPr lang="en-US" sz="1600" dirty="0" smtClean="0">
                <a:solidFill>
                  <a:srgbClr val="FFC000"/>
                </a:solidFill>
              </a:rPr>
              <a:t> number </a:t>
            </a:r>
            <a:r>
              <a:rPr lang="en-US" sz="1600" dirty="0" smtClean="0"/>
              <a:t>of the file.</a:t>
            </a:r>
            <a:endParaRPr lang="en-MY" sz="1600" dirty="0" smtClean="0">
              <a:solidFill>
                <a:srgbClr val="FFFF00"/>
              </a:solidFill>
            </a:endParaRPr>
          </a:p>
        </p:txBody>
      </p:sp>
      <p:sp>
        <p:nvSpPr>
          <p:cNvPr id="10" name="Rectangle 9"/>
          <p:cNvSpPr/>
          <p:nvPr/>
        </p:nvSpPr>
        <p:spPr>
          <a:xfrm>
            <a:off x="3505200" y="2514600"/>
            <a:ext cx="5486400" cy="4339650"/>
          </a:xfrm>
          <a:prstGeom prst="rect">
            <a:avLst/>
          </a:prstGeom>
        </p:spPr>
        <p:txBody>
          <a:bodyPr wrap="square">
            <a:spAutoFit/>
          </a:bodyPr>
          <a:lstStyle/>
          <a:p>
            <a:pPr marL="342900" indent="-342900">
              <a:spcBef>
                <a:spcPts val="600"/>
              </a:spcBef>
              <a:spcAft>
                <a:spcPts val="600"/>
              </a:spcAft>
              <a:buClr>
                <a:srgbClr val="FFFF00"/>
              </a:buClr>
              <a:buFont typeface="Wingdings" panose="05000000000000000000" charset="0"/>
              <a:buChar char="ü"/>
              <a:defRPr/>
            </a:pPr>
            <a:r>
              <a:rPr lang="en-MY" altLang="x-none" sz="1600" b="1" noProof="1" smtClean="0">
                <a:solidFill>
                  <a:srgbClr val="FFFF00"/>
                </a:solidFill>
              </a:rPr>
              <a:t>5.3.2.4.1 </a:t>
            </a:r>
            <a:r>
              <a:rPr lang="en-MY" altLang="x-none" sz="1600" b="1" noProof="1">
                <a:solidFill>
                  <a:srgbClr val="FFFF00"/>
                </a:solidFill>
              </a:rPr>
              <a:t>Deleted Files: </a:t>
            </a:r>
            <a:r>
              <a:rPr lang="en-US" sz="1600" dirty="0" smtClean="0">
                <a:solidFill>
                  <a:srgbClr val="FFC000"/>
                </a:solidFill>
              </a:rPr>
              <a:t>EXT2 files </a:t>
            </a:r>
            <a:r>
              <a:rPr lang="en-US" sz="1600" dirty="0" smtClean="0"/>
              <a:t>can be recovered by using the </a:t>
            </a:r>
            <a:r>
              <a:rPr lang="en-US" sz="1600" dirty="0" smtClean="0">
                <a:solidFill>
                  <a:srgbClr val="FFC000"/>
                </a:solidFill>
              </a:rPr>
              <a:t>foremost </a:t>
            </a:r>
            <a:r>
              <a:rPr lang="en-US" sz="1600" dirty="0" smtClean="0"/>
              <a:t>or </a:t>
            </a:r>
            <a:r>
              <a:rPr lang="en-US" sz="1600" dirty="0" err="1" smtClean="0">
                <a:solidFill>
                  <a:srgbClr val="FFC000"/>
                </a:solidFill>
              </a:rPr>
              <a:t>debugfs</a:t>
            </a:r>
            <a:r>
              <a:rPr lang="en-US" sz="1600" dirty="0" smtClean="0">
                <a:solidFill>
                  <a:srgbClr val="FFC000"/>
                </a:solidFill>
              </a:rPr>
              <a:t> </a:t>
            </a:r>
            <a:r>
              <a:rPr lang="en-US" sz="1600" dirty="0" smtClean="0"/>
              <a:t>programs, and by </a:t>
            </a:r>
            <a:r>
              <a:rPr lang="en-US" sz="1600" dirty="0" smtClean="0">
                <a:solidFill>
                  <a:srgbClr val="FFC000"/>
                </a:solidFill>
              </a:rPr>
              <a:t>searching for deleted files </a:t>
            </a:r>
            <a:r>
              <a:rPr lang="en-US" sz="1600" dirty="0" smtClean="0"/>
              <a:t>in the </a:t>
            </a:r>
            <a:r>
              <a:rPr lang="en-US" sz="1600" dirty="0" err="1" smtClean="0"/>
              <a:t>inode</a:t>
            </a:r>
            <a:r>
              <a:rPr lang="en-US" sz="1600" dirty="0" smtClean="0"/>
              <a:t> tables. </a:t>
            </a:r>
            <a:r>
              <a:rPr lang="en-US" sz="1600" dirty="0" smtClean="0">
                <a:solidFill>
                  <a:srgbClr val="FFC000"/>
                </a:solidFill>
              </a:rPr>
              <a:t>EXT3 and EXT4 files </a:t>
            </a:r>
            <a:r>
              <a:rPr lang="en-US" sz="1600" dirty="0" smtClean="0"/>
              <a:t>may be possible to recover by using </a:t>
            </a:r>
            <a:r>
              <a:rPr lang="en-US" sz="1600" dirty="0" smtClean="0">
                <a:solidFill>
                  <a:srgbClr val="FFC000"/>
                </a:solidFill>
              </a:rPr>
              <a:t>ext3grep</a:t>
            </a:r>
            <a:r>
              <a:rPr lang="en-US" sz="1600" dirty="0" smtClean="0"/>
              <a:t> and the EXT3 or EXT4 </a:t>
            </a:r>
            <a:r>
              <a:rPr lang="en-US" sz="1600" dirty="0" smtClean="0">
                <a:solidFill>
                  <a:srgbClr val="FFC000"/>
                </a:solidFill>
              </a:rPr>
              <a:t>file system journal</a:t>
            </a:r>
            <a:r>
              <a:rPr lang="en-US" sz="1600" dirty="0" smtClean="0"/>
              <a:t>.</a:t>
            </a:r>
          </a:p>
          <a:p>
            <a:pPr marL="342900" indent="-342900">
              <a:spcBef>
                <a:spcPts val="600"/>
              </a:spcBef>
              <a:spcAft>
                <a:spcPts val="600"/>
              </a:spcAft>
              <a:buClr>
                <a:srgbClr val="FFFF00"/>
              </a:buClr>
              <a:buFont typeface="Wingdings" panose="05000000000000000000" charset="0"/>
              <a:buChar char="ü"/>
              <a:defRPr/>
            </a:pPr>
            <a:r>
              <a:rPr lang="en-MY" altLang="x-none" sz="1600" b="1" noProof="1" smtClean="0">
                <a:solidFill>
                  <a:srgbClr val="FFFF00"/>
                </a:solidFill>
              </a:rPr>
              <a:t>5.3.2.4.2 Lost </a:t>
            </a:r>
            <a:r>
              <a:rPr lang="en-MY" altLang="x-none" sz="1600" b="1" noProof="1">
                <a:solidFill>
                  <a:srgbClr val="FFFF00"/>
                </a:solidFill>
              </a:rPr>
              <a:t>Files: </a:t>
            </a:r>
            <a:r>
              <a:rPr lang="en-US" sz="1600" dirty="0" smtClean="0"/>
              <a:t>If the file system becomes </a:t>
            </a:r>
            <a:r>
              <a:rPr lang="en-US" sz="1600" dirty="0" smtClean="0">
                <a:solidFill>
                  <a:srgbClr val="FFC000"/>
                </a:solidFill>
              </a:rPr>
              <a:t>corrupt and a directory entry is deleted</a:t>
            </a:r>
            <a:r>
              <a:rPr lang="en-US" sz="1600" dirty="0" smtClean="0"/>
              <a:t>, but </a:t>
            </a:r>
            <a:r>
              <a:rPr lang="en-US" sz="1600" dirty="0" smtClean="0">
                <a:solidFill>
                  <a:srgbClr val="FFC000"/>
                </a:solidFill>
              </a:rPr>
              <a:t>not the associated </a:t>
            </a:r>
            <a:r>
              <a:rPr lang="en-US" sz="1600" dirty="0" err="1" smtClean="0">
                <a:solidFill>
                  <a:srgbClr val="FFC000"/>
                </a:solidFill>
              </a:rPr>
              <a:t>inode</a:t>
            </a:r>
            <a:r>
              <a:rPr lang="en-US" sz="1600" dirty="0" smtClean="0"/>
              <a:t>, the file still may be recoverable and the file system will place these into the </a:t>
            </a:r>
            <a:r>
              <a:rPr lang="en-US" sz="1600" i="1" dirty="0" err="1" smtClean="0">
                <a:solidFill>
                  <a:srgbClr val="FFC000"/>
                </a:solidFill>
              </a:rPr>
              <a:t>lost+found</a:t>
            </a:r>
            <a:r>
              <a:rPr lang="en-US" sz="1600" i="1" dirty="0" smtClean="0"/>
              <a:t> directory with the </a:t>
            </a:r>
            <a:r>
              <a:rPr lang="en-US" sz="1600" i="1" dirty="0" err="1" smtClean="0">
                <a:solidFill>
                  <a:srgbClr val="FFC000"/>
                </a:solidFill>
              </a:rPr>
              <a:t>inode</a:t>
            </a:r>
            <a:r>
              <a:rPr lang="en-US" sz="1600" i="1" dirty="0" smtClean="0">
                <a:solidFill>
                  <a:srgbClr val="FFC000"/>
                </a:solidFill>
              </a:rPr>
              <a:t> number as the filename </a:t>
            </a:r>
            <a:r>
              <a:rPr lang="en-US" sz="1600" i="1" dirty="0" smtClean="0"/>
              <a:t>similar to the NTFS orphan files operation. </a:t>
            </a:r>
          </a:p>
          <a:p>
            <a:pPr marL="342900" indent="-342900">
              <a:spcBef>
                <a:spcPts val="600"/>
              </a:spcBef>
              <a:spcAft>
                <a:spcPts val="600"/>
              </a:spcAft>
              <a:buClr>
                <a:srgbClr val="FFFF00"/>
              </a:buClr>
              <a:buFont typeface="Wingdings" panose="05000000000000000000" charset="0"/>
              <a:buChar char="ü"/>
              <a:defRPr/>
            </a:pPr>
            <a:r>
              <a:rPr lang="en-MY" altLang="x-none" sz="1600" b="1" noProof="1" smtClean="0">
                <a:solidFill>
                  <a:srgbClr val="FFFF00"/>
                </a:solidFill>
              </a:rPr>
              <a:t>5.3.2.4.3 Journaling: </a:t>
            </a:r>
            <a:r>
              <a:rPr lang="en-US" sz="1600" dirty="0" smtClean="0">
                <a:solidFill>
                  <a:srgbClr val="FFC000"/>
                </a:solidFill>
              </a:rPr>
              <a:t>EXT3 and EXT4 </a:t>
            </a:r>
            <a:r>
              <a:rPr lang="en-US" sz="1600" dirty="0" smtClean="0"/>
              <a:t>are both </a:t>
            </a:r>
            <a:r>
              <a:rPr lang="en-US" sz="1600" dirty="0" smtClean="0">
                <a:solidFill>
                  <a:srgbClr val="FFC000"/>
                </a:solidFill>
              </a:rPr>
              <a:t>journaling file systems </a:t>
            </a:r>
            <a:r>
              <a:rPr lang="en-US" sz="1600" dirty="0" smtClean="0"/>
              <a:t>that act much like database transaction fault tolerance with data integrity. It functions to </a:t>
            </a:r>
            <a:r>
              <a:rPr lang="en-US" sz="1600" dirty="0" smtClean="0">
                <a:solidFill>
                  <a:srgbClr val="FFC000"/>
                </a:solidFill>
              </a:rPr>
              <a:t>store data in a journal until an act </a:t>
            </a:r>
            <a:r>
              <a:rPr lang="en-US" sz="1600" dirty="0" smtClean="0"/>
              <a:t>–such as </a:t>
            </a:r>
            <a:r>
              <a:rPr lang="en-US" sz="1600" dirty="0" smtClean="0">
                <a:solidFill>
                  <a:srgbClr val="FFC000"/>
                </a:solidFill>
              </a:rPr>
              <a:t>writing a file </a:t>
            </a:r>
            <a:r>
              <a:rPr lang="en-US" sz="1600" dirty="0" smtClean="0"/>
              <a:t>– is </a:t>
            </a:r>
            <a:r>
              <a:rPr lang="en-US" sz="1600" dirty="0" smtClean="0">
                <a:solidFill>
                  <a:srgbClr val="FFC000"/>
                </a:solidFill>
              </a:rPr>
              <a:t>completed</a:t>
            </a:r>
            <a:r>
              <a:rPr lang="en-US" sz="1600" dirty="0"/>
              <a:t>.</a:t>
            </a:r>
            <a:endParaRPr lang="en-MY" altLang="x-none" sz="1600" noProof="1">
              <a:solidFill>
                <a:srgbClr val="FFFF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304800" y="2971800"/>
            <a:ext cx="8229600" cy="1143000"/>
          </a:xfrm>
        </p:spPr>
        <p:txBody>
          <a:bodyPr/>
          <a:lstStyle/>
          <a:p>
            <a:pPr>
              <a:defRPr/>
            </a:pPr>
            <a:r>
              <a:rPr lang="en-GB" sz="7200" b="1" dirty="0" smtClean="0">
                <a:solidFill>
                  <a:srgbClr val="FFFF00"/>
                </a:solidFill>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igital Dots">
  <a:themeElements>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fontScheme name="Digital Do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igital Dots 1">
        <a:dk1>
          <a:srgbClr val="00008A"/>
        </a:dk1>
        <a:lt1>
          <a:srgbClr val="FFFFFF"/>
        </a:lt1>
        <a:dk2>
          <a:srgbClr val="000099"/>
        </a:dk2>
        <a:lt2>
          <a:srgbClr val="FFFFFF"/>
        </a:lt2>
        <a:accent1>
          <a:srgbClr val="0099FF"/>
        </a:accent1>
        <a:accent2>
          <a:srgbClr val="00007A"/>
        </a:accent2>
        <a:accent3>
          <a:srgbClr val="AAAACA"/>
        </a:accent3>
        <a:accent4>
          <a:srgbClr val="DADADA"/>
        </a:accent4>
        <a:accent5>
          <a:srgbClr val="AACAFF"/>
        </a:accent5>
        <a:accent6>
          <a:srgbClr val="00006E"/>
        </a:accent6>
        <a:hlink>
          <a:srgbClr val="EAEAEA"/>
        </a:hlink>
        <a:folHlink>
          <a:srgbClr val="FFCC00"/>
        </a:folHlink>
      </a:clrScheme>
      <a:clrMap bg1="dk2" tx1="lt1" bg2="dk1" tx2="lt2" accent1="accent1" accent2="accent2" accent3="accent3" accent4="accent4" accent5="accent5" accent6="accent6" hlink="hlink" folHlink="folHlink"/>
    </a:extraClrScheme>
    <a:extraClrScheme>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clrMap bg1="dk2" tx1="lt1" bg2="dk1" tx2="lt2" accent1="accent1" accent2="accent2" accent3="accent3" accent4="accent4" accent5="accent5" accent6="accent6" hlink="hlink" folHlink="folHlink"/>
    </a:extraClrScheme>
    <a:extraClrScheme>
      <a:clrScheme name="Digital Dots 3">
        <a:dk1>
          <a:srgbClr val="700000"/>
        </a:dk1>
        <a:lt1>
          <a:srgbClr val="FFFFFF"/>
        </a:lt1>
        <a:dk2>
          <a:srgbClr val="800000"/>
        </a:dk2>
        <a:lt2>
          <a:srgbClr val="FFFFCC"/>
        </a:lt2>
        <a:accent1>
          <a:srgbClr val="BE7960"/>
        </a:accent1>
        <a:accent2>
          <a:srgbClr val="600000"/>
        </a:accent2>
        <a:accent3>
          <a:srgbClr val="C0AAAA"/>
        </a:accent3>
        <a:accent4>
          <a:srgbClr val="DADADA"/>
        </a:accent4>
        <a:accent5>
          <a:srgbClr val="DBBEB6"/>
        </a:accent5>
        <a:accent6>
          <a:srgbClr val="560000"/>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gital Dots 4">
        <a:dk1>
          <a:srgbClr val="000000"/>
        </a:dk1>
        <a:lt1>
          <a:srgbClr val="FDEB9D"/>
        </a:lt1>
        <a:dk2>
          <a:srgbClr val="000000"/>
        </a:dk2>
        <a:lt2>
          <a:srgbClr val="E0CE82"/>
        </a:lt2>
        <a:accent1>
          <a:srgbClr val="EAEAEA"/>
        </a:accent1>
        <a:accent2>
          <a:srgbClr val="C2B476"/>
        </a:accent2>
        <a:accent3>
          <a:srgbClr val="FEF3CC"/>
        </a:accent3>
        <a:accent4>
          <a:srgbClr val="000000"/>
        </a:accent4>
        <a:accent5>
          <a:srgbClr val="F3F3F3"/>
        </a:accent5>
        <a:accent6>
          <a:srgbClr val="B0A36A"/>
        </a:accent6>
        <a:hlink>
          <a:srgbClr val="A47900"/>
        </a:hlink>
        <a:folHlink>
          <a:srgbClr val="8C8900"/>
        </a:folHlink>
      </a:clrScheme>
      <a:clrMap bg1="lt1" tx1="dk1" bg2="lt2" tx2="dk2" accent1="accent1" accent2="accent2" accent3="accent3" accent4="accent4" accent5="accent5" accent6="accent6" hlink="hlink" folHlink="folHlink"/>
    </a:extraClrScheme>
    <a:extraClrScheme>
      <a:clrScheme name="Digital Dots 5">
        <a:dk1>
          <a:srgbClr val="5B5E52"/>
        </a:dk1>
        <a:lt1>
          <a:srgbClr val="FFFFFF"/>
        </a:lt1>
        <a:dk2>
          <a:srgbClr val="686B5D"/>
        </a:dk2>
        <a:lt2>
          <a:srgbClr val="CCD5C7"/>
        </a:lt2>
        <a:accent1>
          <a:srgbClr val="809EA8"/>
        </a:accent1>
        <a:accent2>
          <a:srgbClr val="4F5147"/>
        </a:accent2>
        <a:accent3>
          <a:srgbClr val="B9BAB6"/>
        </a:accent3>
        <a:accent4>
          <a:srgbClr val="DADADA"/>
        </a:accent4>
        <a:accent5>
          <a:srgbClr val="C0CCD1"/>
        </a:accent5>
        <a:accent6>
          <a:srgbClr val="47493F"/>
        </a:accent6>
        <a:hlink>
          <a:srgbClr val="AAA854"/>
        </a:hlink>
        <a:folHlink>
          <a:srgbClr val="E1D09F"/>
        </a:folHlink>
      </a:clrScheme>
      <a:clrMap bg1="dk2" tx1="lt1" bg2="dk1" tx2="lt2" accent1="accent1" accent2="accent2" accent3="accent3" accent4="accent4" accent5="accent5" accent6="accent6" hlink="hlink" folHlink="folHlink"/>
    </a:extraClrScheme>
    <a:extraClrScheme>
      <a:clrScheme name="Digital Dots 6">
        <a:dk1>
          <a:srgbClr val="46532B"/>
        </a:dk1>
        <a:lt1>
          <a:srgbClr val="FFFFFF"/>
        </a:lt1>
        <a:dk2>
          <a:srgbClr val="4E5D31"/>
        </a:dk2>
        <a:lt2>
          <a:srgbClr val="FFFFCC"/>
        </a:lt2>
        <a:accent1>
          <a:srgbClr val="8F8C00"/>
        </a:accent1>
        <a:accent2>
          <a:srgbClr val="424F29"/>
        </a:accent2>
        <a:accent3>
          <a:srgbClr val="B2B6AD"/>
        </a:accent3>
        <a:accent4>
          <a:srgbClr val="DADADA"/>
        </a:accent4>
        <a:accent5>
          <a:srgbClr val="C6C5AA"/>
        </a:accent5>
        <a:accent6>
          <a:srgbClr val="3B4724"/>
        </a:accent6>
        <a:hlink>
          <a:srgbClr val="33CC33"/>
        </a:hlink>
        <a:folHlink>
          <a:srgbClr val="00A1B2"/>
        </a:folHlink>
      </a:clrScheme>
      <a:clrMap bg1="dk2" tx1="lt1" bg2="dk1" tx2="lt2" accent1="accent1" accent2="accent2" accent3="accent3" accent4="accent4" accent5="accent5" accent6="accent6" hlink="hlink" folHlink="folHlink"/>
    </a:extraClrScheme>
    <a:extraClrScheme>
      <a:clrScheme name="Digital Dots 7">
        <a:dk1>
          <a:srgbClr val="007673"/>
        </a:dk1>
        <a:lt1>
          <a:srgbClr val="FFFFFF"/>
        </a:lt1>
        <a:dk2>
          <a:srgbClr val="008080"/>
        </a:dk2>
        <a:lt2>
          <a:srgbClr val="FFFF99"/>
        </a:lt2>
        <a:accent1>
          <a:srgbClr val="33CCCC"/>
        </a:accent1>
        <a:accent2>
          <a:srgbClr val="006462"/>
        </a:accent2>
        <a:accent3>
          <a:srgbClr val="AAC0C0"/>
        </a:accent3>
        <a:accent4>
          <a:srgbClr val="DADADA"/>
        </a:accent4>
        <a:accent5>
          <a:srgbClr val="ADE2E2"/>
        </a:accent5>
        <a:accent6>
          <a:srgbClr val="005A58"/>
        </a:accent6>
        <a:hlink>
          <a:srgbClr val="FFCC00"/>
        </a:hlink>
        <a:folHlink>
          <a:srgbClr val="CC3300"/>
        </a:folHlink>
      </a:clrScheme>
      <a:clrMap bg1="dk2" tx1="lt1" bg2="dk1" tx2="lt2" accent1="accent1" accent2="accent2" accent3="accent3" accent4="accent4" accent5="accent5" accent6="accent6" hlink="hlink" folHlink="folHlink"/>
    </a:extraClrScheme>
    <a:extraClrScheme>
      <a:clrScheme name="Digital Dots 8">
        <a:dk1>
          <a:srgbClr val="000000"/>
        </a:dk1>
        <a:lt1>
          <a:srgbClr val="E6F8F4"/>
        </a:lt1>
        <a:dk2>
          <a:srgbClr val="000000"/>
        </a:dk2>
        <a:lt2>
          <a:srgbClr val="C5DBD6"/>
        </a:lt2>
        <a:accent1>
          <a:srgbClr val="CCFF99"/>
        </a:accent1>
        <a:accent2>
          <a:srgbClr val="ACBAB7"/>
        </a:accent2>
        <a:accent3>
          <a:srgbClr val="F0FBF8"/>
        </a:accent3>
        <a:accent4>
          <a:srgbClr val="000000"/>
        </a:accent4>
        <a:accent5>
          <a:srgbClr val="E2FFCA"/>
        </a:accent5>
        <a:accent6>
          <a:srgbClr val="9BA8A6"/>
        </a:accent6>
        <a:hlink>
          <a:srgbClr val="008080"/>
        </a:hlink>
        <a:folHlink>
          <a:srgbClr val="0066CC"/>
        </a:folHlink>
      </a:clrScheme>
      <a:clrMap bg1="lt1" tx1="dk1" bg2="lt2" tx2="dk2" accent1="accent1" accent2="accent2" accent3="accent3" accent4="accent4" accent5="accent5" accent6="accent6" hlink="hlink" folHlink="folHlink"/>
    </a:extraClrScheme>
    <a:extraClrScheme>
      <a:clrScheme name="Digital Dots 9">
        <a:dk1>
          <a:srgbClr val="000000"/>
        </a:dk1>
        <a:lt1>
          <a:srgbClr val="EAEAEA"/>
        </a:lt1>
        <a:dk2>
          <a:srgbClr val="000000"/>
        </a:dk2>
        <a:lt2>
          <a:srgbClr val="D1D1D1"/>
        </a:lt2>
        <a:accent1>
          <a:srgbClr val="CCECFF"/>
        </a:accent1>
        <a:accent2>
          <a:srgbClr val="B2B2B2"/>
        </a:accent2>
        <a:accent3>
          <a:srgbClr val="F3F3F3"/>
        </a:accent3>
        <a:accent4>
          <a:srgbClr val="000000"/>
        </a:accent4>
        <a:accent5>
          <a:srgbClr val="E2F4FF"/>
        </a:accent5>
        <a:accent6>
          <a:srgbClr val="A1A1A1"/>
        </a:accent6>
        <a:hlink>
          <a:srgbClr val="7200E4"/>
        </a:hlink>
        <a:folHlink>
          <a:srgbClr val="00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Digital Dots</Template>
  <TotalTime>2549</TotalTime>
  <Words>2845</Words>
  <Application>Microsoft Office PowerPoint</Application>
  <PresentationFormat>On-screen Show (4:3)</PresentationFormat>
  <Paragraphs>167</Paragraphs>
  <Slides>29</Slides>
  <Notes>6</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Digital Dots</vt:lpstr>
      <vt:lpstr>CSE 6179 Digital Forensics</vt:lpstr>
      <vt:lpstr>Overview</vt:lpstr>
      <vt:lpstr>5.2 Evidence Collection </vt:lpstr>
      <vt:lpstr>PowerPoint Presentation</vt:lpstr>
      <vt:lpstr>PowerPoint Presentation</vt:lpstr>
      <vt:lpstr>PowerPoint Presentation</vt:lpstr>
      <vt:lpstr>PowerPoint Presentation</vt:lpstr>
      <vt:lpstr>PowerPoint Presentation</vt:lpstr>
      <vt:lpstr>5.3 Examination</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5.3 Examination (contd.)</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Hands-On Ethical Hacking and Network Security</dc:title>
  <dc:subject>Chapter Ten</dc:subject>
  <dc:creator>mamun</dc:creator>
  <cp:lastModifiedBy>Mamun Elahi</cp:lastModifiedBy>
  <cp:revision>875</cp:revision>
  <dcterms:created xsi:type="dcterms:W3CDTF">2002-09-27T23:29:22Z</dcterms:created>
  <dcterms:modified xsi:type="dcterms:W3CDTF">2025-04-04T08:29:36Z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