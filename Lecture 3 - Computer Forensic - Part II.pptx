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6" r:id="rId1"/>
    <p:sldMasterId id="2147483705" r:id="rId2"/>
  </p:sldMasterIdLst>
  <p:notesMasterIdLst>
    <p:notesMasterId r:id="rId23"/>
  </p:notesMasterIdLst>
  <p:handoutMasterIdLst>
    <p:handoutMasterId r:id="rId24"/>
  </p:handoutMasterIdLst>
  <p:sldIdLst>
    <p:sldId id="319" r:id="rId3"/>
    <p:sldId id="321" r:id="rId4"/>
    <p:sldId id="345" r:id="rId5"/>
    <p:sldId id="346" r:id="rId6"/>
    <p:sldId id="347" r:id="rId7"/>
    <p:sldId id="348" r:id="rId8"/>
    <p:sldId id="349" r:id="rId9"/>
    <p:sldId id="350" r:id="rId10"/>
    <p:sldId id="351" r:id="rId11"/>
    <p:sldId id="352" r:id="rId12"/>
    <p:sldId id="353" r:id="rId13"/>
    <p:sldId id="354" r:id="rId14"/>
    <p:sldId id="355" r:id="rId15"/>
    <p:sldId id="356" r:id="rId16"/>
    <p:sldId id="357" r:id="rId17"/>
    <p:sldId id="341" r:id="rId18"/>
    <p:sldId id="342" r:id="rId19"/>
    <p:sldId id="343" r:id="rId20"/>
    <p:sldId id="344" r:id="rId21"/>
    <p:sldId id="337" r:id="rId2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0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B8BC"/>
    <a:srgbClr val="7B863A"/>
    <a:srgbClr val="18B2B6"/>
    <a:srgbClr val="FFFFFF"/>
    <a:srgbClr val="222222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24" autoAdjust="0"/>
  </p:normalViewPr>
  <p:slideViewPr>
    <p:cSldViewPr>
      <p:cViewPr varScale="1">
        <p:scale>
          <a:sx n="113" d="100"/>
          <a:sy n="113" d="100"/>
        </p:scale>
        <p:origin x="1512" y="48"/>
      </p:cViewPr>
      <p:guideLst>
        <p:guide orient="horz" pos="2160"/>
        <p:guide pos="29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8468"/>
    </p:cViewPr>
  </p:sorterViewPr>
  <p:gridSpacing cx="76198" cy="7619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3AAC16CC-A029-45AB-B3C1-F6A4AEE266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50689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0B689BCA-108E-4A98-AEE3-FFAD7A2F01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152169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headEnd/>
            <a:tailEnd/>
          </a:ln>
        </p:spPr>
        <p:txBody>
          <a:bodyPr/>
          <a:lstStyle/>
          <a:p>
            <a:fld id="{0580AAEC-7635-48C2-860D-559AA1FD2290}" type="slidenum">
              <a:rPr lang="en-US" altLang="zh-CN" smtClean="0"/>
              <a:pPr/>
              <a:t>1</a:t>
            </a:fld>
            <a:endParaRPr lang="en-US" altLang="zh-CN" smtClean="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587295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auto">
      <p:bgPr>
        <a:gradFill rotWithShape="0">
          <a:gsLst>
            <a:gs pos="0">
              <a:schemeClr val="bg1"/>
            </a:gs>
            <a:gs pos="100000">
              <a:srgbClr val="32324A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-498475" y="1311275"/>
            <a:ext cx="10429875" cy="5908675"/>
            <a:chOff x="-313" y="824"/>
            <a:chExt cx="6570" cy="372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auto">
            <a:xfrm rot="20798144" flipV="1">
              <a:off x="-14" y="1033"/>
              <a:ext cx="1744" cy="6"/>
            </a:xfrm>
            <a:prstGeom prst="rect">
              <a:avLst/>
            </a:prstGeom>
            <a:gradFill rotWithShape="0">
              <a:gsLst>
                <a:gs pos="0">
                  <a:srgbClr val="5D5D8B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6" name="Rectangle 4"/>
            <p:cNvSpPr>
              <a:spLocks noChangeArrowheads="1"/>
            </p:cNvSpPr>
            <p:nvPr userDrawn="1"/>
          </p:nvSpPr>
          <p:spPr bwMode="auto">
            <a:xfrm rot="20774366" flipV="1">
              <a:off x="-24" y="1127"/>
              <a:ext cx="2033" cy="6"/>
            </a:xfrm>
            <a:prstGeom prst="rect">
              <a:avLst/>
            </a:prstGeom>
            <a:gradFill rotWithShape="0">
              <a:gsLst>
                <a:gs pos="0">
                  <a:srgbClr val="5D5D8B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 rot="20757421" flipV="1">
              <a:off x="-27" y="1198"/>
              <a:ext cx="2246" cy="6"/>
            </a:xfrm>
            <a:prstGeom prst="rect">
              <a:avLst/>
            </a:prstGeom>
            <a:gradFill rotWithShape="0">
              <a:gsLst>
                <a:gs pos="0">
                  <a:srgbClr val="5D5D8B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8" name="Rectangle 6"/>
            <p:cNvSpPr>
              <a:spLocks noChangeArrowheads="1"/>
            </p:cNvSpPr>
            <p:nvPr userDrawn="1"/>
          </p:nvSpPr>
          <p:spPr bwMode="auto">
            <a:xfrm rot="20684206" flipV="1">
              <a:off x="-43" y="1283"/>
              <a:ext cx="2476" cy="6"/>
            </a:xfrm>
            <a:prstGeom prst="rect">
              <a:avLst/>
            </a:prstGeom>
            <a:gradFill rotWithShape="0">
              <a:gsLst>
                <a:gs pos="0">
                  <a:srgbClr val="5D5D8B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9" name="Rectangle 7"/>
            <p:cNvSpPr>
              <a:spLocks noChangeArrowheads="1"/>
            </p:cNvSpPr>
            <p:nvPr userDrawn="1"/>
          </p:nvSpPr>
          <p:spPr bwMode="auto">
            <a:xfrm rot="20631226" flipV="1">
              <a:off x="-51" y="1397"/>
              <a:ext cx="2770" cy="6"/>
            </a:xfrm>
            <a:prstGeom prst="rect">
              <a:avLst/>
            </a:prstGeom>
            <a:gradFill rotWithShape="0">
              <a:gsLst>
                <a:gs pos="0">
                  <a:srgbClr val="5D5D8B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0" name="Rectangle 8"/>
            <p:cNvSpPr>
              <a:spLocks noChangeArrowheads="1"/>
            </p:cNvSpPr>
            <p:nvPr userDrawn="1"/>
          </p:nvSpPr>
          <p:spPr bwMode="auto">
            <a:xfrm rot="20554235" flipV="1">
              <a:off x="-65" y="1523"/>
              <a:ext cx="3058" cy="6"/>
            </a:xfrm>
            <a:prstGeom prst="rect">
              <a:avLst/>
            </a:prstGeom>
            <a:gradFill rotWithShape="0">
              <a:gsLst>
                <a:gs pos="0">
                  <a:srgbClr val="5D5D8B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1" name="Rectangle 9"/>
            <p:cNvSpPr>
              <a:spLocks noChangeArrowheads="1"/>
            </p:cNvSpPr>
            <p:nvPr userDrawn="1"/>
          </p:nvSpPr>
          <p:spPr bwMode="auto">
            <a:xfrm rot="20466593" flipV="1">
              <a:off x="-93" y="1694"/>
              <a:ext cx="3403" cy="6"/>
            </a:xfrm>
            <a:prstGeom prst="rect">
              <a:avLst/>
            </a:prstGeom>
            <a:gradFill rotWithShape="0">
              <a:gsLst>
                <a:gs pos="0">
                  <a:srgbClr val="5D5D8B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2" name="Rectangle 10"/>
            <p:cNvSpPr>
              <a:spLocks noChangeArrowheads="1"/>
            </p:cNvSpPr>
            <p:nvPr userDrawn="1"/>
          </p:nvSpPr>
          <p:spPr bwMode="auto">
            <a:xfrm rot="20343219" flipV="1">
              <a:off x="-99" y="1863"/>
              <a:ext cx="374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56568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3" name="Rectangle 11"/>
            <p:cNvSpPr>
              <a:spLocks noChangeArrowheads="1"/>
            </p:cNvSpPr>
            <p:nvPr userDrawn="1"/>
          </p:nvSpPr>
          <p:spPr bwMode="auto">
            <a:xfrm rot="20211065" flipV="1">
              <a:off x="-165" y="2053"/>
              <a:ext cx="420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4D4D74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4" name="Rectangle 12"/>
            <p:cNvSpPr>
              <a:spLocks noChangeArrowheads="1"/>
            </p:cNvSpPr>
            <p:nvPr userDrawn="1"/>
          </p:nvSpPr>
          <p:spPr bwMode="auto">
            <a:xfrm rot="20102912" flipV="1">
              <a:off x="-214" y="2289"/>
              <a:ext cx="4612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47476B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5" name="Rectangle 13"/>
            <p:cNvSpPr>
              <a:spLocks noChangeArrowheads="1"/>
            </p:cNvSpPr>
            <p:nvPr userDrawn="1"/>
          </p:nvSpPr>
          <p:spPr bwMode="auto">
            <a:xfrm rot="19923405" flipV="1">
              <a:off x="-313" y="2617"/>
              <a:ext cx="5200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3E3E5D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6" name="Rectangle 14"/>
            <p:cNvSpPr>
              <a:spLocks noChangeArrowheads="1"/>
            </p:cNvSpPr>
            <p:nvPr userDrawn="1"/>
          </p:nvSpPr>
          <p:spPr bwMode="auto">
            <a:xfrm rot="19686284" flipV="1">
              <a:off x="9" y="2881"/>
              <a:ext cx="5401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2F2F47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7" name="Rectangle 15"/>
            <p:cNvSpPr>
              <a:spLocks noChangeArrowheads="1"/>
            </p:cNvSpPr>
            <p:nvPr userDrawn="1"/>
          </p:nvSpPr>
          <p:spPr bwMode="auto">
            <a:xfrm rot="19383534" flipV="1">
              <a:off x="1319" y="2928"/>
              <a:ext cx="4612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1F1F2E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8" name="Rectangle 16"/>
            <p:cNvSpPr>
              <a:spLocks noChangeArrowheads="1"/>
            </p:cNvSpPr>
            <p:nvPr userDrawn="1"/>
          </p:nvSpPr>
          <p:spPr bwMode="auto">
            <a:xfrm rot="18994182" flipV="1">
              <a:off x="2681" y="3071"/>
              <a:ext cx="357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030305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9" name="Rectangle 17"/>
            <p:cNvSpPr>
              <a:spLocks noChangeArrowheads="1"/>
            </p:cNvSpPr>
            <p:nvPr userDrawn="1"/>
          </p:nvSpPr>
          <p:spPr bwMode="auto">
            <a:xfrm rot="18603245" flipV="1">
              <a:off x="4054" y="3501"/>
              <a:ext cx="207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000000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 vert="eaVert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20" name="Rectangle 18"/>
            <p:cNvSpPr>
              <a:spLocks noChangeArrowheads="1"/>
            </p:cNvSpPr>
            <p:nvPr userDrawn="1"/>
          </p:nvSpPr>
          <p:spPr bwMode="auto">
            <a:xfrm rot="-3208425" flipH="1" flipV="1">
              <a:off x="5385" y="4165"/>
              <a:ext cx="501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000000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 vert="eaVert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21" name="Rectangle 19"/>
            <p:cNvSpPr>
              <a:spLocks noChangeArrowheads="1"/>
            </p:cNvSpPr>
            <p:nvPr/>
          </p:nvSpPr>
          <p:spPr bwMode="hidden">
            <a:xfrm rot="-20541361">
              <a:off x="-146" y="2360"/>
              <a:ext cx="604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2" name="Rectangle 20"/>
            <p:cNvSpPr>
              <a:spLocks noChangeArrowheads="1"/>
            </p:cNvSpPr>
            <p:nvPr/>
          </p:nvSpPr>
          <p:spPr bwMode="hidden">
            <a:xfrm rot="-20036206">
              <a:off x="-198" y="3396"/>
              <a:ext cx="4142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3529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3" name="Rectangle 21"/>
            <p:cNvSpPr>
              <a:spLocks noChangeArrowheads="1"/>
            </p:cNvSpPr>
            <p:nvPr/>
          </p:nvSpPr>
          <p:spPr bwMode="hidden">
            <a:xfrm rot="1732981">
              <a:off x="-165" y="3624"/>
              <a:ext cx="280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3529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4" name="Rectangle 22"/>
            <p:cNvSpPr>
              <a:spLocks noChangeArrowheads="1"/>
            </p:cNvSpPr>
            <p:nvPr/>
          </p:nvSpPr>
          <p:spPr bwMode="hidden">
            <a:xfrm rot="1969083">
              <a:off x="-110" y="3922"/>
              <a:ext cx="1400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5" name="Rectangle 23"/>
            <p:cNvSpPr>
              <a:spLocks noChangeArrowheads="1"/>
            </p:cNvSpPr>
            <p:nvPr/>
          </p:nvSpPr>
          <p:spPr bwMode="hidden">
            <a:xfrm rot="-20213826">
              <a:off x="-216" y="3221"/>
              <a:ext cx="5477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862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6" name="Rectangle 24"/>
            <p:cNvSpPr>
              <a:spLocks noChangeArrowheads="1"/>
            </p:cNvSpPr>
            <p:nvPr/>
          </p:nvSpPr>
          <p:spPr bwMode="hidden">
            <a:xfrm rot="22583969">
              <a:off x="-115" y="2129"/>
              <a:ext cx="601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7647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7" name="Rectangle 25"/>
            <p:cNvSpPr>
              <a:spLocks noChangeArrowheads="1"/>
            </p:cNvSpPr>
            <p:nvPr userDrawn="1"/>
          </p:nvSpPr>
          <p:spPr bwMode="auto">
            <a:xfrm rot="930109" flipV="1">
              <a:off x="80" y="1946"/>
              <a:ext cx="575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3E3E5D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28" name="Rectangle 26"/>
            <p:cNvSpPr>
              <a:spLocks noChangeArrowheads="1"/>
            </p:cNvSpPr>
            <p:nvPr/>
          </p:nvSpPr>
          <p:spPr bwMode="hidden">
            <a:xfrm rot="-20731987">
              <a:off x="374" y="1802"/>
              <a:ext cx="5475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9" name="Rectangle 27"/>
            <p:cNvSpPr>
              <a:spLocks noChangeArrowheads="1"/>
            </p:cNvSpPr>
            <p:nvPr/>
          </p:nvSpPr>
          <p:spPr bwMode="hidden">
            <a:xfrm rot="-64024402">
              <a:off x="848" y="1582"/>
              <a:ext cx="497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30" name="Rectangle 28"/>
            <p:cNvSpPr>
              <a:spLocks noChangeArrowheads="1"/>
            </p:cNvSpPr>
            <p:nvPr/>
          </p:nvSpPr>
          <p:spPr bwMode="hidden">
            <a:xfrm rot="-42464612">
              <a:off x="1053" y="1476"/>
              <a:ext cx="475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31" name="Rectangle 29"/>
            <p:cNvSpPr>
              <a:spLocks noChangeArrowheads="1"/>
            </p:cNvSpPr>
            <p:nvPr/>
          </p:nvSpPr>
          <p:spPr bwMode="hidden">
            <a:xfrm rot="-20907336">
              <a:off x="1244" y="1377"/>
              <a:ext cx="4557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32" name="Rectangle 30"/>
            <p:cNvSpPr>
              <a:spLocks noChangeArrowheads="1"/>
            </p:cNvSpPr>
            <p:nvPr userDrawn="1"/>
          </p:nvSpPr>
          <p:spPr bwMode="auto">
            <a:xfrm rot="655690" flipV="1">
              <a:off x="1487" y="1305"/>
              <a:ext cx="431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444466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33" name="Rectangle 31"/>
            <p:cNvSpPr>
              <a:spLocks noChangeArrowheads="1"/>
            </p:cNvSpPr>
            <p:nvPr userDrawn="1"/>
          </p:nvSpPr>
          <p:spPr bwMode="auto">
            <a:xfrm rot="636921" flipV="1">
              <a:off x="1650" y="1218"/>
              <a:ext cx="415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444466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34" name="Rectangle 32"/>
            <p:cNvSpPr>
              <a:spLocks noChangeArrowheads="1"/>
            </p:cNvSpPr>
            <p:nvPr userDrawn="1"/>
          </p:nvSpPr>
          <p:spPr bwMode="auto">
            <a:xfrm rot="803987" flipV="1">
              <a:off x="611" y="1684"/>
              <a:ext cx="520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3E3E5D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35" name="Rectangle 33"/>
            <p:cNvSpPr>
              <a:spLocks noChangeArrowheads="1"/>
            </p:cNvSpPr>
            <p:nvPr userDrawn="1"/>
          </p:nvSpPr>
          <p:spPr bwMode="auto">
            <a:xfrm rot="1273217" flipV="1">
              <a:off x="-204" y="2976"/>
              <a:ext cx="6150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383853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36" name="Rectangle 34"/>
            <p:cNvSpPr>
              <a:spLocks noChangeArrowheads="1"/>
            </p:cNvSpPr>
            <p:nvPr userDrawn="1"/>
          </p:nvSpPr>
          <p:spPr bwMode="auto">
            <a:xfrm rot="1169729" flipV="1">
              <a:off x="-174" y="2663"/>
              <a:ext cx="610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34344F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37" name="Oval 35"/>
            <p:cNvSpPr>
              <a:spLocks noChangeArrowheads="1"/>
            </p:cNvSpPr>
            <p:nvPr/>
          </p:nvSpPr>
          <p:spPr bwMode="hidden">
            <a:xfrm>
              <a:off x="740" y="3359"/>
              <a:ext cx="168" cy="9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38" name="Oval 36"/>
            <p:cNvSpPr>
              <a:spLocks noChangeArrowheads="1"/>
            </p:cNvSpPr>
            <p:nvPr/>
          </p:nvSpPr>
          <p:spPr bwMode="hidden">
            <a:xfrm>
              <a:off x="236" y="3074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39" name="Oval 37"/>
            <p:cNvSpPr>
              <a:spLocks noChangeArrowheads="1"/>
            </p:cNvSpPr>
            <p:nvPr/>
          </p:nvSpPr>
          <p:spPr bwMode="hidden">
            <a:xfrm>
              <a:off x="159" y="3652"/>
              <a:ext cx="196" cy="10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40" name="Oval 38"/>
            <p:cNvSpPr>
              <a:spLocks noChangeArrowheads="1"/>
            </p:cNvSpPr>
            <p:nvPr/>
          </p:nvSpPr>
          <p:spPr bwMode="hidden">
            <a:xfrm>
              <a:off x="2077" y="2661"/>
              <a:ext cx="156" cy="8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41" name="Oval 39"/>
            <p:cNvSpPr>
              <a:spLocks noChangeArrowheads="1"/>
            </p:cNvSpPr>
            <p:nvPr/>
          </p:nvSpPr>
          <p:spPr bwMode="hidden">
            <a:xfrm>
              <a:off x="1223" y="3076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42" name="Oval 40"/>
            <p:cNvSpPr>
              <a:spLocks noChangeArrowheads="1"/>
            </p:cNvSpPr>
            <p:nvPr/>
          </p:nvSpPr>
          <p:spPr bwMode="hidden">
            <a:xfrm>
              <a:off x="1686" y="2857"/>
              <a:ext cx="156" cy="9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43" name="Oval 41"/>
            <p:cNvSpPr>
              <a:spLocks noChangeArrowheads="1"/>
            </p:cNvSpPr>
            <p:nvPr/>
          </p:nvSpPr>
          <p:spPr bwMode="hidden">
            <a:xfrm>
              <a:off x="750" y="2839"/>
              <a:ext cx="151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44" name="Oval 42"/>
            <p:cNvSpPr>
              <a:spLocks noChangeArrowheads="1"/>
            </p:cNvSpPr>
            <p:nvPr/>
          </p:nvSpPr>
          <p:spPr bwMode="hidden">
            <a:xfrm>
              <a:off x="367" y="2656"/>
              <a:ext cx="150" cy="8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45" name="Oval 43"/>
            <p:cNvSpPr>
              <a:spLocks noChangeArrowheads="1"/>
            </p:cNvSpPr>
            <p:nvPr/>
          </p:nvSpPr>
          <p:spPr bwMode="hidden">
            <a:xfrm>
              <a:off x="1172" y="2642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46" name="Oval 44"/>
            <p:cNvSpPr>
              <a:spLocks noChangeArrowheads="1"/>
            </p:cNvSpPr>
            <p:nvPr/>
          </p:nvSpPr>
          <p:spPr bwMode="hidden">
            <a:xfrm>
              <a:off x="2401" y="2485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47" name="Oval 45"/>
            <p:cNvSpPr>
              <a:spLocks noChangeArrowheads="1"/>
            </p:cNvSpPr>
            <p:nvPr/>
          </p:nvSpPr>
          <p:spPr bwMode="hidden">
            <a:xfrm>
              <a:off x="1910" y="2314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48" name="Oval 46"/>
            <p:cNvSpPr>
              <a:spLocks noChangeArrowheads="1"/>
            </p:cNvSpPr>
            <p:nvPr/>
          </p:nvSpPr>
          <p:spPr bwMode="hidden">
            <a:xfrm>
              <a:off x="2254" y="2154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49" name="Oval 47"/>
            <p:cNvSpPr>
              <a:spLocks noChangeArrowheads="1"/>
            </p:cNvSpPr>
            <p:nvPr/>
          </p:nvSpPr>
          <p:spPr bwMode="hidden">
            <a:xfrm>
              <a:off x="2742" y="2305"/>
              <a:ext cx="140" cy="7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50" name="Oval 48"/>
            <p:cNvSpPr>
              <a:spLocks noChangeArrowheads="1"/>
            </p:cNvSpPr>
            <p:nvPr/>
          </p:nvSpPr>
          <p:spPr bwMode="hidden">
            <a:xfrm>
              <a:off x="2812" y="1898"/>
              <a:ext cx="12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51" name="Oval 49"/>
            <p:cNvSpPr>
              <a:spLocks noChangeArrowheads="1"/>
            </p:cNvSpPr>
            <p:nvPr/>
          </p:nvSpPr>
          <p:spPr bwMode="hidden">
            <a:xfrm>
              <a:off x="3721" y="1792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52" name="Oval 50"/>
            <p:cNvSpPr>
              <a:spLocks noChangeArrowheads="1"/>
            </p:cNvSpPr>
            <p:nvPr/>
          </p:nvSpPr>
          <p:spPr bwMode="hidden">
            <a:xfrm>
              <a:off x="3528" y="1896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53" name="Oval 51"/>
            <p:cNvSpPr>
              <a:spLocks noChangeArrowheads="1"/>
            </p:cNvSpPr>
            <p:nvPr/>
          </p:nvSpPr>
          <p:spPr bwMode="hidden">
            <a:xfrm>
              <a:off x="3064" y="1778"/>
              <a:ext cx="128" cy="6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54" name="Oval 52"/>
            <p:cNvSpPr>
              <a:spLocks noChangeArrowheads="1"/>
            </p:cNvSpPr>
            <p:nvPr/>
          </p:nvSpPr>
          <p:spPr bwMode="hidden">
            <a:xfrm>
              <a:off x="3277" y="2024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55" name="Oval 53"/>
            <p:cNvSpPr>
              <a:spLocks noChangeArrowheads="1"/>
            </p:cNvSpPr>
            <p:nvPr/>
          </p:nvSpPr>
          <p:spPr bwMode="hidden">
            <a:xfrm>
              <a:off x="3027" y="2160"/>
              <a:ext cx="133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56" name="Oval 54"/>
            <p:cNvSpPr>
              <a:spLocks noChangeArrowheads="1"/>
            </p:cNvSpPr>
            <p:nvPr/>
          </p:nvSpPr>
          <p:spPr bwMode="hidden">
            <a:xfrm>
              <a:off x="1569" y="2453"/>
              <a:ext cx="150" cy="9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57" name="Oval 55"/>
            <p:cNvSpPr>
              <a:spLocks noChangeArrowheads="1"/>
            </p:cNvSpPr>
            <p:nvPr/>
          </p:nvSpPr>
          <p:spPr bwMode="hidden">
            <a:xfrm>
              <a:off x="1863" y="2028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58" name="Oval 56"/>
            <p:cNvSpPr>
              <a:spLocks noChangeArrowheads="1"/>
            </p:cNvSpPr>
            <p:nvPr/>
          </p:nvSpPr>
          <p:spPr bwMode="hidden">
            <a:xfrm>
              <a:off x="1513" y="2175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59" name="Oval 57"/>
            <p:cNvSpPr>
              <a:spLocks noChangeArrowheads="1"/>
            </p:cNvSpPr>
            <p:nvPr/>
          </p:nvSpPr>
          <p:spPr bwMode="hidden">
            <a:xfrm>
              <a:off x="1191" y="2311"/>
              <a:ext cx="134" cy="7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60" name="Oval 58"/>
            <p:cNvSpPr>
              <a:spLocks noChangeArrowheads="1"/>
            </p:cNvSpPr>
            <p:nvPr/>
          </p:nvSpPr>
          <p:spPr bwMode="hidden">
            <a:xfrm>
              <a:off x="1154" y="2047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61" name="Oval 59"/>
            <p:cNvSpPr>
              <a:spLocks noChangeArrowheads="1"/>
            </p:cNvSpPr>
            <p:nvPr/>
          </p:nvSpPr>
          <p:spPr bwMode="hidden">
            <a:xfrm>
              <a:off x="1142" y="1803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62" name="Oval 60"/>
            <p:cNvSpPr>
              <a:spLocks noChangeArrowheads="1"/>
            </p:cNvSpPr>
            <p:nvPr/>
          </p:nvSpPr>
          <p:spPr bwMode="hidden">
            <a:xfrm>
              <a:off x="1500" y="1912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63" name="Oval 61"/>
            <p:cNvSpPr>
              <a:spLocks noChangeArrowheads="1"/>
            </p:cNvSpPr>
            <p:nvPr/>
          </p:nvSpPr>
          <p:spPr bwMode="hidden">
            <a:xfrm>
              <a:off x="1804" y="1801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64" name="Oval 62"/>
            <p:cNvSpPr>
              <a:spLocks noChangeArrowheads="1"/>
            </p:cNvSpPr>
            <p:nvPr/>
          </p:nvSpPr>
          <p:spPr bwMode="hidden">
            <a:xfrm>
              <a:off x="2159" y="1905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65" name="Oval 63"/>
            <p:cNvSpPr>
              <a:spLocks noChangeArrowheads="1"/>
            </p:cNvSpPr>
            <p:nvPr/>
          </p:nvSpPr>
          <p:spPr bwMode="hidden">
            <a:xfrm>
              <a:off x="2432" y="1787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66" name="Oval 64"/>
            <p:cNvSpPr>
              <a:spLocks noChangeArrowheads="1"/>
            </p:cNvSpPr>
            <p:nvPr/>
          </p:nvSpPr>
          <p:spPr bwMode="hidden">
            <a:xfrm>
              <a:off x="470" y="203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67" name="Oval 65"/>
            <p:cNvSpPr>
              <a:spLocks noChangeArrowheads="1"/>
            </p:cNvSpPr>
            <p:nvPr/>
          </p:nvSpPr>
          <p:spPr bwMode="hidden">
            <a:xfrm>
              <a:off x="68" y="2166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68" name="Oval 66"/>
            <p:cNvSpPr>
              <a:spLocks noChangeArrowheads="1"/>
            </p:cNvSpPr>
            <p:nvPr/>
          </p:nvSpPr>
          <p:spPr bwMode="hidden">
            <a:xfrm>
              <a:off x="798" y="1916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69" name="Oval 67"/>
            <p:cNvSpPr>
              <a:spLocks noChangeArrowheads="1"/>
            </p:cNvSpPr>
            <p:nvPr/>
          </p:nvSpPr>
          <p:spPr bwMode="hidden">
            <a:xfrm>
              <a:off x="455" y="1797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0" name="Oval 68"/>
            <p:cNvSpPr>
              <a:spLocks noChangeArrowheads="1"/>
            </p:cNvSpPr>
            <p:nvPr/>
          </p:nvSpPr>
          <p:spPr bwMode="hidden">
            <a:xfrm>
              <a:off x="113" y="1901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1" name="Oval 69"/>
            <p:cNvSpPr>
              <a:spLocks noChangeArrowheads="1"/>
            </p:cNvSpPr>
            <p:nvPr/>
          </p:nvSpPr>
          <p:spPr bwMode="hidden">
            <a:xfrm>
              <a:off x="432" y="2323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2" name="Oval 70"/>
            <p:cNvSpPr>
              <a:spLocks noChangeArrowheads="1"/>
            </p:cNvSpPr>
            <p:nvPr/>
          </p:nvSpPr>
          <p:spPr bwMode="hidden">
            <a:xfrm>
              <a:off x="814" y="2178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3" name="Oval 71"/>
            <p:cNvSpPr>
              <a:spLocks noChangeArrowheads="1"/>
            </p:cNvSpPr>
            <p:nvPr/>
          </p:nvSpPr>
          <p:spPr bwMode="hidden">
            <a:xfrm>
              <a:off x="789" y="2472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" name="Oval 72"/>
            <p:cNvSpPr>
              <a:spLocks noChangeArrowheads="1"/>
            </p:cNvSpPr>
            <p:nvPr/>
          </p:nvSpPr>
          <p:spPr bwMode="hidden">
            <a:xfrm>
              <a:off x="2544" y="2015"/>
              <a:ext cx="140" cy="7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5" name="Oval 73"/>
            <p:cNvSpPr>
              <a:spLocks noChangeArrowheads="1"/>
            </p:cNvSpPr>
            <p:nvPr/>
          </p:nvSpPr>
          <p:spPr bwMode="hidden">
            <a:xfrm>
              <a:off x="1457" y="1700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6" name="Oval 74"/>
            <p:cNvSpPr>
              <a:spLocks noChangeArrowheads="1"/>
            </p:cNvSpPr>
            <p:nvPr/>
          </p:nvSpPr>
          <p:spPr bwMode="hidden">
            <a:xfrm>
              <a:off x="1747" y="1599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7" name="Oval 75"/>
            <p:cNvSpPr>
              <a:spLocks noChangeArrowheads="1"/>
            </p:cNvSpPr>
            <p:nvPr/>
          </p:nvSpPr>
          <p:spPr bwMode="hidden">
            <a:xfrm>
              <a:off x="1385" y="1506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8" name="Oval 76"/>
            <p:cNvSpPr>
              <a:spLocks noChangeArrowheads="1"/>
            </p:cNvSpPr>
            <p:nvPr/>
          </p:nvSpPr>
          <p:spPr bwMode="hidden">
            <a:xfrm>
              <a:off x="1093" y="1595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9" name="Oval 77"/>
            <p:cNvSpPr>
              <a:spLocks noChangeArrowheads="1"/>
            </p:cNvSpPr>
            <p:nvPr/>
          </p:nvSpPr>
          <p:spPr bwMode="hidden">
            <a:xfrm>
              <a:off x="792" y="1690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80" name="Oval 78"/>
            <p:cNvSpPr>
              <a:spLocks noChangeArrowheads="1"/>
            </p:cNvSpPr>
            <p:nvPr/>
          </p:nvSpPr>
          <p:spPr bwMode="hidden">
            <a:xfrm>
              <a:off x="2011" y="1512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81" name="Oval 79"/>
            <p:cNvSpPr>
              <a:spLocks noChangeArrowheads="1"/>
            </p:cNvSpPr>
            <p:nvPr/>
          </p:nvSpPr>
          <p:spPr bwMode="hidden">
            <a:xfrm>
              <a:off x="2087" y="1696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82" name="Oval 80"/>
            <p:cNvSpPr>
              <a:spLocks noChangeArrowheads="1"/>
            </p:cNvSpPr>
            <p:nvPr/>
          </p:nvSpPr>
          <p:spPr bwMode="hidden">
            <a:xfrm>
              <a:off x="2345" y="1601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83" name="Oval 81"/>
            <p:cNvSpPr>
              <a:spLocks noChangeArrowheads="1"/>
            </p:cNvSpPr>
            <p:nvPr/>
          </p:nvSpPr>
          <p:spPr bwMode="hidden">
            <a:xfrm>
              <a:off x="2684" y="1686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84" name="Oval 82"/>
            <p:cNvSpPr>
              <a:spLocks noChangeArrowheads="1"/>
            </p:cNvSpPr>
            <p:nvPr/>
          </p:nvSpPr>
          <p:spPr bwMode="hidden">
            <a:xfrm>
              <a:off x="806" y="1512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85" name="Oval 83"/>
            <p:cNvSpPr>
              <a:spLocks noChangeArrowheads="1"/>
            </p:cNvSpPr>
            <p:nvPr/>
          </p:nvSpPr>
          <p:spPr bwMode="hidden">
            <a:xfrm>
              <a:off x="495" y="1597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86" name="Oval 84"/>
            <p:cNvSpPr>
              <a:spLocks noChangeArrowheads="1"/>
            </p:cNvSpPr>
            <p:nvPr/>
          </p:nvSpPr>
          <p:spPr bwMode="hidden">
            <a:xfrm>
              <a:off x="228" y="1508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87" name="Oval 85"/>
            <p:cNvSpPr>
              <a:spLocks noChangeArrowheads="1"/>
            </p:cNvSpPr>
            <p:nvPr/>
          </p:nvSpPr>
          <p:spPr bwMode="hidden">
            <a:xfrm>
              <a:off x="157" y="1698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88" name="Oval 86"/>
            <p:cNvSpPr>
              <a:spLocks noChangeArrowheads="1"/>
            </p:cNvSpPr>
            <p:nvPr/>
          </p:nvSpPr>
          <p:spPr bwMode="hidden">
            <a:xfrm>
              <a:off x="2887" y="1595"/>
              <a:ext cx="124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89" name="Oval 87"/>
            <p:cNvSpPr>
              <a:spLocks noChangeArrowheads="1"/>
            </p:cNvSpPr>
            <p:nvPr/>
          </p:nvSpPr>
          <p:spPr bwMode="hidden">
            <a:xfrm>
              <a:off x="3079" y="1511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90" name="Oval 88"/>
            <p:cNvSpPr>
              <a:spLocks noChangeArrowheads="1"/>
            </p:cNvSpPr>
            <p:nvPr/>
          </p:nvSpPr>
          <p:spPr bwMode="hidden">
            <a:xfrm>
              <a:off x="3270" y="1688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91" name="Oval 89"/>
            <p:cNvSpPr>
              <a:spLocks noChangeArrowheads="1"/>
            </p:cNvSpPr>
            <p:nvPr/>
          </p:nvSpPr>
          <p:spPr bwMode="hidden">
            <a:xfrm>
              <a:off x="3453" y="1599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92" name="Oval 90"/>
            <p:cNvSpPr>
              <a:spLocks noChangeArrowheads="1"/>
            </p:cNvSpPr>
            <p:nvPr/>
          </p:nvSpPr>
          <p:spPr bwMode="hidden">
            <a:xfrm>
              <a:off x="3651" y="1506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93" name="Oval 91"/>
            <p:cNvSpPr>
              <a:spLocks noChangeArrowheads="1"/>
            </p:cNvSpPr>
            <p:nvPr/>
          </p:nvSpPr>
          <p:spPr bwMode="hidden">
            <a:xfrm>
              <a:off x="4251" y="1513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94" name="Oval 92"/>
            <p:cNvSpPr>
              <a:spLocks noChangeArrowheads="1"/>
            </p:cNvSpPr>
            <p:nvPr/>
          </p:nvSpPr>
          <p:spPr bwMode="hidden">
            <a:xfrm>
              <a:off x="3901" y="1701"/>
              <a:ext cx="128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95" name="Oval 93"/>
            <p:cNvSpPr>
              <a:spLocks noChangeArrowheads="1"/>
            </p:cNvSpPr>
            <p:nvPr/>
          </p:nvSpPr>
          <p:spPr bwMode="hidden">
            <a:xfrm>
              <a:off x="4086" y="1608"/>
              <a:ext cx="128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96" name="Oval 94"/>
            <p:cNvSpPr>
              <a:spLocks noChangeArrowheads="1"/>
            </p:cNvSpPr>
            <p:nvPr/>
          </p:nvSpPr>
          <p:spPr bwMode="hidden">
            <a:xfrm>
              <a:off x="1282" y="3653"/>
              <a:ext cx="196" cy="11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97" name="Oval 95"/>
            <p:cNvSpPr>
              <a:spLocks noChangeArrowheads="1"/>
            </p:cNvSpPr>
            <p:nvPr/>
          </p:nvSpPr>
          <p:spPr bwMode="hidden">
            <a:xfrm>
              <a:off x="707" y="4014"/>
              <a:ext cx="191" cy="11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98" name="Oval 96"/>
            <p:cNvSpPr>
              <a:spLocks noChangeArrowheads="1"/>
            </p:cNvSpPr>
            <p:nvPr/>
          </p:nvSpPr>
          <p:spPr bwMode="hidden">
            <a:xfrm>
              <a:off x="2229" y="3090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99" name="Oval 97"/>
            <p:cNvSpPr>
              <a:spLocks noChangeArrowheads="1"/>
            </p:cNvSpPr>
            <p:nvPr/>
          </p:nvSpPr>
          <p:spPr bwMode="hidden">
            <a:xfrm>
              <a:off x="2604" y="2867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0" name="Oval 98"/>
            <p:cNvSpPr>
              <a:spLocks noChangeArrowheads="1"/>
            </p:cNvSpPr>
            <p:nvPr/>
          </p:nvSpPr>
          <p:spPr bwMode="hidden">
            <a:xfrm>
              <a:off x="2907" y="2668"/>
              <a:ext cx="156" cy="84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1" name="Oval 99"/>
            <p:cNvSpPr>
              <a:spLocks noChangeArrowheads="1"/>
            </p:cNvSpPr>
            <p:nvPr/>
          </p:nvSpPr>
          <p:spPr bwMode="hidden">
            <a:xfrm>
              <a:off x="3248" y="2454"/>
              <a:ext cx="150" cy="9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2" name="Oval 100"/>
            <p:cNvSpPr>
              <a:spLocks noChangeArrowheads="1"/>
            </p:cNvSpPr>
            <p:nvPr/>
          </p:nvSpPr>
          <p:spPr bwMode="hidden">
            <a:xfrm>
              <a:off x="1801" y="3360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3" name="Oval 101"/>
            <p:cNvSpPr>
              <a:spLocks noChangeArrowheads="1"/>
            </p:cNvSpPr>
            <p:nvPr/>
          </p:nvSpPr>
          <p:spPr bwMode="hidden">
            <a:xfrm>
              <a:off x="3512" y="230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4" name="Oval 102"/>
            <p:cNvSpPr>
              <a:spLocks noChangeArrowheads="1"/>
            </p:cNvSpPr>
            <p:nvPr/>
          </p:nvSpPr>
          <p:spPr bwMode="hidden">
            <a:xfrm>
              <a:off x="3980" y="2014"/>
              <a:ext cx="134" cy="7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5" name="Oval 103"/>
            <p:cNvSpPr>
              <a:spLocks noChangeArrowheads="1"/>
            </p:cNvSpPr>
            <p:nvPr/>
          </p:nvSpPr>
          <p:spPr bwMode="hidden">
            <a:xfrm>
              <a:off x="3753" y="2158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6" name="Oval 104"/>
            <p:cNvSpPr>
              <a:spLocks noChangeArrowheads="1"/>
            </p:cNvSpPr>
            <p:nvPr/>
          </p:nvSpPr>
          <p:spPr bwMode="hidden">
            <a:xfrm>
              <a:off x="4176" y="1898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7" name="Oval 105"/>
            <p:cNvSpPr>
              <a:spLocks noChangeArrowheads="1"/>
            </p:cNvSpPr>
            <p:nvPr/>
          </p:nvSpPr>
          <p:spPr bwMode="hidden">
            <a:xfrm>
              <a:off x="4338" y="1797"/>
              <a:ext cx="129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8" name="Oval 106"/>
            <p:cNvSpPr>
              <a:spLocks noChangeArrowheads="1"/>
            </p:cNvSpPr>
            <p:nvPr/>
          </p:nvSpPr>
          <p:spPr bwMode="hidden">
            <a:xfrm>
              <a:off x="4505" y="1700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9" name="Oval 107"/>
            <p:cNvSpPr>
              <a:spLocks noChangeArrowheads="1"/>
            </p:cNvSpPr>
            <p:nvPr/>
          </p:nvSpPr>
          <p:spPr bwMode="hidden">
            <a:xfrm>
              <a:off x="4661" y="1603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10" name="Oval 108"/>
            <p:cNvSpPr>
              <a:spLocks noChangeArrowheads="1"/>
            </p:cNvSpPr>
            <p:nvPr/>
          </p:nvSpPr>
          <p:spPr bwMode="hidden">
            <a:xfrm>
              <a:off x="4803" y="1512"/>
              <a:ext cx="128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11" name="Oval 109"/>
            <p:cNvSpPr>
              <a:spLocks noChangeArrowheads="1"/>
            </p:cNvSpPr>
            <p:nvPr/>
          </p:nvSpPr>
          <p:spPr bwMode="hidden">
            <a:xfrm>
              <a:off x="4930" y="1431"/>
              <a:ext cx="111" cy="5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12" name="Oval 110"/>
            <p:cNvSpPr>
              <a:spLocks noChangeArrowheads="1"/>
            </p:cNvSpPr>
            <p:nvPr/>
          </p:nvSpPr>
          <p:spPr bwMode="hidden">
            <a:xfrm>
              <a:off x="3835" y="1430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13" name="Oval 111"/>
            <p:cNvSpPr>
              <a:spLocks noChangeArrowheads="1"/>
            </p:cNvSpPr>
            <p:nvPr/>
          </p:nvSpPr>
          <p:spPr bwMode="hidden">
            <a:xfrm>
              <a:off x="3286" y="1430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14" name="Oval 112"/>
            <p:cNvSpPr>
              <a:spLocks noChangeArrowheads="1"/>
            </p:cNvSpPr>
            <p:nvPr/>
          </p:nvSpPr>
          <p:spPr bwMode="hidden">
            <a:xfrm>
              <a:off x="2972" y="1366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15" name="Oval 113"/>
            <p:cNvSpPr>
              <a:spLocks noChangeArrowheads="1"/>
            </p:cNvSpPr>
            <p:nvPr/>
          </p:nvSpPr>
          <p:spPr bwMode="hidden">
            <a:xfrm>
              <a:off x="3152" y="1292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16" name="Oval 114"/>
            <p:cNvSpPr>
              <a:spLocks noChangeArrowheads="1"/>
            </p:cNvSpPr>
            <p:nvPr/>
          </p:nvSpPr>
          <p:spPr bwMode="hidden">
            <a:xfrm>
              <a:off x="3020" y="1170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17" name="Oval 115"/>
            <p:cNvSpPr>
              <a:spLocks noChangeArrowheads="1"/>
            </p:cNvSpPr>
            <p:nvPr/>
          </p:nvSpPr>
          <p:spPr bwMode="hidden">
            <a:xfrm>
              <a:off x="2443" y="1368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18" name="Oval 116"/>
            <p:cNvSpPr>
              <a:spLocks noChangeArrowheads="1"/>
            </p:cNvSpPr>
            <p:nvPr/>
          </p:nvSpPr>
          <p:spPr bwMode="hidden">
            <a:xfrm>
              <a:off x="2301" y="1220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19" name="Oval 117"/>
            <p:cNvSpPr>
              <a:spLocks noChangeArrowheads="1"/>
            </p:cNvSpPr>
            <p:nvPr/>
          </p:nvSpPr>
          <p:spPr bwMode="hidden">
            <a:xfrm>
              <a:off x="2095" y="1284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0" name="Oval 118"/>
            <p:cNvSpPr>
              <a:spLocks noChangeArrowheads="1"/>
            </p:cNvSpPr>
            <p:nvPr/>
          </p:nvSpPr>
          <p:spPr bwMode="hidden">
            <a:xfrm>
              <a:off x="2228" y="1442"/>
              <a:ext cx="111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1" name="Oval 119"/>
            <p:cNvSpPr>
              <a:spLocks noChangeArrowheads="1"/>
            </p:cNvSpPr>
            <p:nvPr/>
          </p:nvSpPr>
          <p:spPr bwMode="hidden">
            <a:xfrm>
              <a:off x="1109" y="1424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2" name="Oval 120"/>
            <p:cNvSpPr>
              <a:spLocks noChangeArrowheads="1"/>
            </p:cNvSpPr>
            <p:nvPr/>
          </p:nvSpPr>
          <p:spPr bwMode="hidden">
            <a:xfrm>
              <a:off x="611" y="1284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" name="Oval 121"/>
            <p:cNvSpPr>
              <a:spLocks noChangeArrowheads="1"/>
            </p:cNvSpPr>
            <p:nvPr/>
          </p:nvSpPr>
          <p:spPr bwMode="hidden">
            <a:xfrm>
              <a:off x="305" y="1358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4" name="Oval 122"/>
            <p:cNvSpPr>
              <a:spLocks noChangeArrowheads="1"/>
            </p:cNvSpPr>
            <p:nvPr/>
          </p:nvSpPr>
          <p:spPr bwMode="hidden">
            <a:xfrm>
              <a:off x="156" y="1154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5" name="Oval 123"/>
            <p:cNvSpPr>
              <a:spLocks noChangeArrowheads="1"/>
            </p:cNvSpPr>
            <p:nvPr/>
          </p:nvSpPr>
          <p:spPr bwMode="hidden">
            <a:xfrm>
              <a:off x="4538" y="1365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6" name="Oval 124"/>
            <p:cNvSpPr>
              <a:spLocks noChangeArrowheads="1"/>
            </p:cNvSpPr>
            <p:nvPr/>
          </p:nvSpPr>
          <p:spPr bwMode="hidden">
            <a:xfrm>
              <a:off x="4407" y="1440"/>
              <a:ext cx="105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7" name="Oval 125"/>
            <p:cNvSpPr>
              <a:spLocks noChangeArrowheads="1"/>
            </p:cNvSpPr>
            <p:nvPr/>
          </p:nvSpPr>
          <p:spPr bwMode="hidden">
            <a:xfrm>
              <a:off x="3992" y="1356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8" name="Oval 126"/>
            <p:cNvSpPr>
              <a:spLocks noChangeArrowheads="1"/>
            </p:cNvSpPr>
            <p:nvPr/>
          </p:nvSpPr>
          <p:spPr bwMode="hidden">
            <a:xfrm>
              <a:off x="3466" y="1356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9" name="Oval 127"/>
            <p:cNvSpPr>
              <a:spLocks noChangeArrowheads="1"/>
            </p:cNvSpPr>
            <p:nvPr/>
          </p:nvSpPr>
          <p:spPr bwMode="hidden">
            <a:xfrm>
              <a:off x="2852" y="1228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30" name="Oval 128"/>
            <p:cNvSpPr>
              <a:spLocks noChangeArrowheads="1"/>
            </p:cNvSpPr>
            <p:nvPr/>
          </p:nvSpPr>
          <p:spPr bwMode="hidden">
            <a:xfrm>
              <a:off x="2678" y="1109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31" name="Oval 129"/>
            <p:cNvSpPr>
              <a:spLocks noChangeArrowheads="1"/>
            </p:cNvSpPr>
            <p:nvPr/>
          </p:nvSpPr>
          <p:spPr bwMode="hidden">
            <a:xfrm>
              <a:off x="2859" y="1045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32" name="Oval 130"/>
            <p:cNvSpPr>
              <a:spLocks noChangeArrowheads="1"/>
            </p:cNvSpPr>
            <p:nvPr/>
          </p:nvSpPr>
          <p:spPr bwMode="hidden">
            <a:xfrm>
              <a:off x="1942" y="104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33" name="Oval 131"/>
            <p:cNvSpPr>
              <a:spLocks noChangeArrowheads="1"/>
            </p:cNvSpPr>
            <p:nvPr/>
          </p:nvSpPr>
          <p:spPr bwMode="hidden">
            <a:xfrm>
              <a:off x="1088" y="1277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34" name="Oval 132"/>
            <p:cNvSpPr>
              <a:spLocks noChangeArrowheads="1"/>
            </p:cNvSpPr>
            <p:nvPr/>
          </p:nvSpPr>
          <p:spPr bwMode="hidden">
            <a:xfrm>
              <a:off x="827" y="135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35" name="Oval 133"/>
            <p:cNvSpPr>
              <a:spLocks noChangeArrowheads="1"/>
            </p:cNvSpPr>
            <p:nvPr/>
          </p:nvSpPr>
          <p:spPr bwMode="hidden">
            <a:xfrm>
              <a:off x="537" y="1428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36" name="Oval 134"/>
            <p:cNvSpPr>
              <a:spLocks noChangeArrowheads="1"/>
            </p:cNvSpPr>
            <p:nvPr/>
          </p:nvSpPr>
          <p:spPr bwMode="hidden">
            <a:xfrm>
              <a:off x="635" y="106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37" name="Oval 135"/>
            <p:cNvSpPr>
              <a:spLocks noChangeArrowheads="1"/>
            </p:cNvSpPr>
            <p:nvPr/>
          </p:nvSpPr>
          <p:spPr bwMode="hidden">
            <a:xfrm>
              <a:off x="1540" y="105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38" name="Oval 136"/>
            <p:cNvSpPr>
              <a:spLocks noChangeArrowheads="1"/>
            </p:cNvSpPr>
            <p:nvPr/>
          </p:nvSpPr>
          <p:spPr bwMode="hidden">
            <a:xfrm>
              <a:off x="1120" y="1063"/>
              <a:ext cx="105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39" name="Oval 137"/>
            <p:cNvSpPr>
              <a:spLocks noChangeArrowheads="1"/>
            </p:cNvSpPr>
            <p:nvPr/>
          </p:nvSpPr>
          <p:spPr bwMode="hidden">
            <a:xfrm>
              <a:off x="4131" y="1284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40" name="Oval 138"/>
            <p:cNvSpPr>
              <a:spLocks noChangeArrowheads="1"/>
            </p:cNvSpPr>
            <p:nvPr/>
          </p:nvSpPr>
          <p:spPr bwMode="hidden">
            <a:xfrm>
              <a:off x="3477" y="1163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41" name="Oval 139"/>
            <p:cNvSpPr>
              <a:spLocks noChangeArrowheads="1"/>
            </p:cNvSpPr>
            <p:nvPr/>
          </p:nvSpPr>
          <p:spPr bwMode="hidden">
            <a:xfrm>
              <a:off x="3315" y="1229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42" name="Oval 140"/>
            <p:cNvSpPr>
              <a:spLocks noChangeArrowheads="1"/>
            </p:cNvSpPr>
            <p:nvPr/>
          </p:nvSpPr>
          <p:spPr bwMode="hidden">
            <a:xfrm>
              <a:off x="3174" y="1112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43" name="Oval 141"/>
            <p:cNvSpPr>
              <a:spLocks noChangeArrowheads="1"/>
            </p:cNvSpPr>
            <p:nvPr/>
          </p:nvSpPr>
          <p:spPr bwMode="hidden">
            <a:xfrm>
              <a:off x="2396" y="1051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44" name="Oval 142"/>
            <p:cNvSpPr>
              <a:spLocks noChangeArrowheads="1"/>
            </p:cNvSpPr>
            <p:nvPr/>
          </p:nvSpPr>
          <p:spPr bwMode="hidden">
            <a:xfrm>
              <a:off x="2769" y="1446"/>
              <a:ext cx="111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45" name="Oval 143"/>
            <p:cNvSpPr>
              <a:spLocks noChangeArrowheads="1"/>
            </p:cNvSpPr>
            <p:nvPr/>
          </p:nvSpPr>
          <p:spPr bwMode="hidden">
            <a:xfrm>
              <a:off x="2656" y="1294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46" name="Oval 144"/>
            <p:cNvSpPr>
              <a:spLocks noChangeArrowheads="1"/>
            </p:cNvSpPr>
            <p:nvPr/>
          </p:nvSpPr>
          <p:spPr bwMode="hidden">
            <a:xfrm>
              <a:off x="2501" y="1159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47" name="Oval 145"/>
            <p:cNvSpPr>
              <a:spLocks noChangeArrowheads="1"/>
            </p:cNvSpPr>
            <p:nvPr/>
          </p:nvSpPr>
          <p:spPr bwMode="hidden">
            <a:xfrm>
              <a:off x="2222" y="1101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48" name="Oval 146"/>
            <p:cNvSpPr>
              <a:spLocks noChangeArrowheads="1"/>
            </p:cNvSpPr>
            <p:nvPr/>
          </p:nvSpPr>
          <p:spPr bwMode="hidden">
            <a:xfrm>
              <a:off x="2029" y="1162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49" name="Oval 147"/>
            <p:cNvSpPr>
              <a:spLocks noChangeArrowheads="1"/>
            </p:cNvSpPr>
            <p:nvPr/>
          </p:nvSpPr>
          <p:spPr bwMode="hidden">
            <a:xfrm>
              <a:off x="1875" y="1356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50" name="Oval 148"/>
            <p:cNvSpPr>
              <a:spLocks noChangeArrowheads="1"/>
            </p:cNvSpPr>
            <p:nvPr/>
          </p:nvSpPr>
          <p:spPr bwMode="hidden">
            <a:xfrm>
              <a:off x="1809" y="1223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51" name="Oval 149"/>
            <p:cNvSpPr>
              <a:spLocks noChangeArrowheads="1"/>
            </p:cNvSpPr>
            <p:nvPr/>
          </p:nvSpPr>
          <p:spPr bwMode="hidden">
            <a:xfrm>
              <a:off x="1738" y="1098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52" name="Oval 150"/>
            <p:cNvSpPr>
              <a:spLocks noChangeArrowheads="1"/>
            </p:cNvSpPr>
            <p:nvPr/>
          </p:nvSpPr>
          <p:spPr bwMode="hidden">
            <a:xfrm>
              <a:off x="1583" y="1289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53" name="Oval 151"/>
            <p:cNvSpPr>
              <a:spLocks noChangeArrowheads="1"/>
            </p:cNvSpPr>
            <p:nvPr/>
          </p:nvSpPr>
          <p:spPr bwMode="hidden">
            <a:xfrm>
              <a:off x="1379" y="1343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54" name="Oval 152"/>
            <p:cNvSpPr>
              <a:spLocks noChangeArrowheads="1"/>
            </p:cNvSpPr>
            <p:nvPr/>
          </p:nvSpPr>
          <p:spPr bwMode="hidden">
            <a:xfrm>
              <a:off x="1529" y="1156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55" name="Oval 153"/>
            <p:cNvSpPr>
              <a:spLocks noChangeArrowheads="1"/>
            </p:cNvSpPr>
            <p:nvPr/>
          </p:nvSpPr>
          <p:spPr bwMode="hidden">
            <a:xfrm>
              <a:off x="1294" y="1222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56" name="Oval 154"/>
            <p:cNvSpPr>
              <a:spLocks noChangeArrowheads="1"/>
            </p:cNvSpPr>
            <p:nvPr/>
          </p:nvSpPr>
          <p:spPr bwMode="hidden">
            <a:xfrm>
              <a:off x="1314" y="1112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57" name="Oval 155"/>
            <p:cNvSpPr>
              <a:spLocks noChangeArrowheads="1"/>
            </p:cNvSpPr>
            <p:nvPr/>
          </p:nvSpPr>
          <p:spPr bwMode="hidden">
            <a:xfrm>
              <a:off x="1082" y="1166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58" name="Oval 156"/>
            <p:cNvSpPr>
              <a:spLocks noChangeArrowheads="1"/>
            </p:cNvSpPr>
            <p:nvPr/>
          </p:nvSpPr>
          <p:spPr bwMode="hidden">
            <a:xfrm>
              <a:off x="877" y="1121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59" name="Oval 157"/>
            <p:cNvSpPr>
              <a:spLocks noChangeArrowheads="1"/>
            </p:cNvSpPr>
            <p:nvPr/>
          </p:nvSpPr>
          <p:spPr bwMode="hidden">
            <a:xfrm>
              <a:off x="875" y="1216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60" name="Oval 158"/>
            <p:cNvSpPr>
              <a:spLocks noChangeArrowheads="1"/>
            </p:cNvSpPr>
            <p:nvPr/>
          </p:nvSpPr>
          <p:spPr bwMode="hidden">
            <a:xfrm>
              <a:off x="680" y="1170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61" name="Oval 159"/>
            <p:cNvSpPr>
              <a:spLocks noChangeArrowheads="1"/>
            </p:cNvSpPr>
            <p:nvPr/>
          </p:nvSpPr>
          <p:spPr bwMode="hidden">
            <a:xfrm>
              <a:off x="411" y="1232"/>
              <a:ext cx="111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62" name="Oval 160"/>
            <p:cNvSpPr>
              <a:spLocks noChangeArrowheads="1"/>
            </p:cNvSpPr>
            <p:nvPr/>
          </p:nvSpPr>
          <p:spPr bwMode="hidden">
            <a:xfrm>
              <a:off x="434" y="1100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63" name="Oval 161"/>
            <p:cNvSpPr>
              <a:spLocks noChangeArrowheads="1"/>
            </p:cNvSpPr>
            <p:nvPr/>
          </p:nvSpPr>
          <p:spPr bwMode="hidden">
            <a:xfrm>
              <a:off x="119" y="1312"/>
              <a:ext cx="111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64" name="Oval 162"/>
            <p:cNvSpPr>
              <a:spLocks noChangeArrowheads="1"/>
            </p:cNvSpPr>
            <p:nvPr/>
          </p:nvSpPr>
          <p:spPr bwMode="hidden">
            <a:xfrm>
              <a:off x="858" y="1001"/>
              <a:ext cx="101" cy="3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65" name="Oval 163"/>
            <p:cNvSpPr>
              <a:spLocks noChangeArrowheads="1"/>
            </p:cNvSpPr>
            <p:nvPr/>
          </p:nvSpPr>
          <p:spPr bwMode="hidden">
            <a:xfrm>
              <a:off x="1341" y="1013"/>
              <a:ext cx="101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66" name="Oval 164"/>
            <p:cNvSpPr>
              <a:spLocks noChangeArrowheads="1"/>
            </p:cNvSpPr>
            <p:nvPr/>
          </p:nvSpPr>
          <p:spPr bwMode="hidden">
            <a:xfrm>
              <a:off x="1739" y="1008"/>
              <a:ext cx="101" cy="3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67" name="Oval 165"/>
            <p:cNvSpPr>
              <a:spLocks noChangeArrowheads="1"/>
            </p:cNvSpPr>
            <p:nvPr/>
          </p:nvSpPr>
          <p:spPr bwMode="hidden">
            <a:xfrm>
              <a:off x="2116" y="1001"/>
              <a:ext cx="100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68" name="Oval 166"/>
            <p:cNvSpPr>
              <a:spLocks noChangeArrowheads="1"/>
            </p:cNvSpPr>
            <p:nvPr/>
          </p:nvSpPr>
          <p:spPr bwMode="hidden">
            <a:xfrm>
              <a:off x="2320" y="941"/>
              <a:ext cx="101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69" name="Oval 167"/>
            <p:cNvSpPr>
              <a:spLocks noChangeArrowheads="1"/>
            </p:cNvSpPr>
            <p:nvPr/>
          </p:nvSpPr>
          <p:spPr bwMode="hidden">
            <a:xfrm>
              <a:off x="2601" y="995"/>
              <a:ext cx="101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70" name="Oval 168"/>
            <p:cNvSpPr>
              <a:spLocks noChangeArrowheads="1"/>
            </p:cNvSpPr>
            <p:nvPr/>
          </p:nvSpPr>
          <p:spPr bwMode="hidden">
            <a:xfrm>
              <a:off x="1667" y="1420"/>
              <a:ext cx="106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71" name="Oval 169"/>
            <p:cNvSpPr>
              <a:spLocks noChangeArrowheads="1"/>
            </p:cNvSpPr>
            <p:nvPr/>
          </p:nvSpPr>
          <p:spPr bwMode="hidden">
            <a:xfrm>
              <a:off x="2557" y="1516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72" name="Oval 170"/>
            <p:cNvSpPr>
              <a:spLocks noChangeArrowheads="1"/>
            </p:cNvSpPr>
            <p:nvPr/>
          </p:nvSpPr>
          <p:spPr bwMode="hidden">
            <a:xfrm>
              <a:off x="3619" y="1287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73" name="Oval 171"/>
            <p:cNvSpPr>
              <a:spLocks noChangeArrowheads="1"/>
            </p:cNvSpPr>
            <p:nvPr/>
          </p:nvSpPr>
          <p:spPr bwMode="hidden">
            <a:xfrm>
              <a:off x="3791" y="1212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74" name="Oval 172"/>
            <p:cNvSpPr>
              <a:spLocks noChangeArrowheads="1"/>
            </p:cNvSpPr>
            <p:nvPr/>
          </p:nvSpPr>
          <p:spPr bwMode="hidden">
            <a:xfrm>
              <a:off x="2134" y="908"/>
              <a:ext cx="79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75" name="Oval 173"/>
            <p:cNvSpPr>
              <a:spLocks noChangeArrowheads="1"/>
            </p:cNvSpPr>
            <p:nvPr/>
          </p:nvSpPr>
          <p:spPr bwMode="hidden">
            <a:xfrm>
              <a:off x="1264" y="908"/>
              <a:ext cx="79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76" name="Oval 174"/>
            <p:cNvSpPr>
              <a:spLocks noChangeArrowheads="1"/>
            </p:cNvSpPr>
            <p:nvPr/>
          </p:nvSpPr>
          <p:spPr bwMode="hidden">
            <a:xfrm>
              <a:off x="1471" y="869"/>
              <a:ext cx="79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77" name="Oval 175"/>
            <p:cNvSpPr>
              <a:spLocks noChangeArrowheads="1"/>
            </p:cNvSpPr>
            <p:nvPr/>
          </p:nvSpPr>
          <p:spPr bwMode="hidden">
            <a:xfrm>
              <a:off x="1650" y="824"/>
              <a:ext cx="83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78" name="Oval 176"/>
            <p:cNvSpPr>
              <a:spLocks noChangeArrowheads="1"/>
            </p:cNvSpPr>
            <p:nvPr/>
          </p:nvSpPr>
          <p:spPr bwMode="hidden">
            <a:xfrm>
              <a:off x="1918" y="869"/>
              <a:ext cx="84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79" name="Oval 177"/>
            <p:cNvSpPr>
              <a:spLocks noChangeArrowheads="1"/>
            </p:cNvSpPr>
            <p:nvPr/>
          </p:nvSpPr>
          <p:spPr bwMode="hidden">
            <a:xfrm>
              <a:off x="1720" y="923"/>
              <a:ext cx="83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80" name="Oval 178"/>
            <p:cNvSpPr>
              <a:spLocks noChangeArrowheads="1"/>
            </p:cNvSpPr>
            <p:nvPr/>
          </p:nvSpPr>
          <p:spPr bwMode="hidden">
            <a:xfrm>
              <a:off x="1913" y="957"/>
              <a:ext cx="95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81" name="Oval 179"/>
            <p:cNvSpPr>
              <a:spLocks noChangeArrowheads="1"/>
            </p:cNvSpPr>
            <p:nvPr/>
          </p:nvSpPr>
          <p:spPr bwMode="hidden">
            <a:xfrm>
              <a:off x="1541" y="962"/>
              <a:ext cx="89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82" name="Oval 180"/>
            <p:cNvSpPr>
              <a:spLocks noChangeArrowheads="1"/>
            </p:cNvSpPr>
            <p:nvPr/>
          </p:nvSpPr>
          <p:spPr bwMode="hidden">
            <a:xfrm>
              <a:off x="1076" y="953"/>
              <a:ext cx="10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83" name="Oval 181"/>
            <p:cNvSpPr>
              <a:spLocks noChangeArrowheads="1"/>
            </p:cNvSpPr>
            <p:nvPr/>
          </p:nvSpPr>
          <p:spPr bwMode="hidden">
            <a:xfrm>
              <a:off x="1983" y="4027"/>
              <a:ext cx="195" cy="10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84" name="Oval 182"/>
            <p:cNvSpPr>
              <a:spLocks noChangeArrowheads="1"/>
            </p:cNvSpPr>
            <p:nvPr/>
          </p:nvSpPr>
          <p:spPr bwMode="hidden">
            <a:xfrm>
              <a:off x="2460" y="3671"/>
              <a:ext cx="196" cy="11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85" name="Oval 183"/>
            <p:cNvSpPr>
              <a:spLocks noChangeArrowheads="1"/>
            </p:cNvSpPr>
            <p:nvPr/>
          </p:nvSpPr>
          <p:spPr bwMode="hidden">
            <a:xfrm>
              <a:off x="3238" y="3121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86" name="Oval 184"/>
            <p:cNvSpPr>
              <a:spLocks noChangeArrowheads="1"/>
            </p:cNvSpPr>
            <p:nvPr/>
          </p:nvSpPr>
          <p:spPr bwMode="hidden">
            <a:xfrm>
              <a:off x="3550" y="2880"/>
              <a:ext cx="157" cy="89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87" name="Oval 185"/>
            <p:cNvSpPr>
              <a:spLocks noChangeArrowheads="1"/>
            </p:cNvSpPr>
            <p:nvPr/>
          </p:nvSpPr>
          <p:spPr bwMode="hidden">
            <a:xfrm>
              <a:off x="2892" y="3377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88" name="Oval 186"/>
            <p:cNvSpPr>
              <a:spLocks noChangeArrowheads="1"/>
            </p:cNvSpPr>
            <p:nvPr/>
          </p:nvSpPr>
          <p:spPr bwMode="hidden">
            <a:xfrm>
              <a:off x="3869" y="2657"/>
              <a:ext cx="151" cy="84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89" name="Oval 187"/>
            <p:cNvSpPr>
              <a:spLocks noChangeArrowheads="1"/>
            </p:cNvSpPr>
            <p:nvPr/>
          </p:nvSpPr>
          <p:spPr bwMode="hidden">
            <a:xfrm>
              <a:off x="4090" y="2475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90" name="Oval 188"/>
            <p:cNvSpPr>
              <a:spLocks noChangeArrowheads="1"/>
            </p:cNvSpPr>
            <p:nvPr/>
          </p:nvSpPr>
          <p:spPr bwMode="hidden">
            <a:xfrm>
              <a:off x="4327" y="2314"/>
              <a:ext cx="134" cy="7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91" name="Oval 189"/>
            <p:cNvSpPr>
              <a:spLocks noChangeArrowheads="1"/>
            </p:cNvSpPr>
            <p:nvPr/>
          </p:nvSpPr>
          <p:spPr bwMode="hidden">
            <a:xfrm>
              <a:off x="4712" y="202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92" name="Oval 190"/>
            <p:cNvSpPr>
              <a:spLocks noChangeArrowheads="1"/>
            </p:cNvSpPr>
            <p:nvPr/>
          </p:nvSpPr>
          <p:spPr bwMode="hidden">
            <a:xfrm>
              <a:off x="4533" y="2162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93" name="Oval 191"/>
            <p:cNvSpPr>
              <a:spLocks noChangeArrowheads="1"/>
            </p:cNvSpPr>
            <p:nvPr/>
          </p:nvSpPr>
          <p:spPr bwMode="hidden">
            <a:xfrm>
              <a:off x="4863" y="1920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94" name="Oval 192"/>
            <p:cNvSpPr>
              <a:spLocks noChangeArrowheads="1"/>
            </p:cNvSpPr>
            <p:nvPr/>
          </p:nvSpPr>
          <p:spPr bwMode="hidden">
            <a:xfrm>
              <a:off x="5009" y="1807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95" name="Oval 193"/>
            <p:cNvSpPr>
              <a:spLocks noChangeArrowheads="1"/>
            </p:cNvSpPr>
            <p:nvPr/>
          </p:nvSpPr>
          <p:spPr bwMode="hidden">
            <a:xfrm>
              <a:off x="5161" y="1702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96" name="Oval 194"/>
            <p:cNvSpPr>
              <a:spLocks noChangeArrowheads="1"/>
            </p:cNvSpPr>
            <p:nvPr/>
          </p:nvSpPr>
          <p:spPr bwMode="hidden">
            <a:xfrm>
              <a:off x="5277" y="1614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97" name="Oval 195"/>
            <p:cNvSpPr>
              <a:spLocks noChangeArrowheads="1"/>
            </p:cNvSpPr>
            <p:nvPr/>
          </p:nvSpPr>
          <p:spPr bwMode="hidden">
            <a:xfrm>
              <a:off x="5398" y="1521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98" name="Oval 196"/>
            <p:cNvSpPr>
              <a:spLocks noChangeArrowheads="1"/>
            </p:cNvSpPr>
            <p:nvPr/>
          </p:nvSpPr>
          <p:spPr bwMode="hidden">
            <a:xfrm>
              <a:off x="3255" y="4071"/>
              <a:ext cx="196" cy="10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99" name="Oval 197"/>
            <p:cNvSpPr>
              <a:spLocks noChangeArrowheads="1"/>
            </p:cNvSpPr>
            <p:nvPr/>
          </p:nvSpPr>
          <p:spPr bwMode="hidden">
            <a:xfrm>
              <a:off x="3651" y="3693"/>
              <a:ext cx="196" cy="11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0" name="Oval 198"/>
            <p:cNvSpPr>
              <a:spLocks noChangeArrowheads="1"/>
            </p:cNvSpPr>
            <p:nvPr/>
          </p:nvSpPr>
          <p:spPr bwMode="hidden">
            <a:xfrm>
              <a:off x="4773" y="3705"/>
              <a:ext cx="201" cy="10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1" name="Oval 199"/>
            <p:cNvSpPr>
              <a:spLocks noChangeArrowheads="1"/>
            </p:cNvSpPr>
            <p:nvPr/>
          </p:nvSpPr>
          <p:spPr bwMode="hidden">
            <a:xfrm>
              <a:off x="4491" y="4049"/>
              <a:ext cx="196" cy="10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2" name="Oval 200"/>
            <p:cNvSpPr>
              <a:spLocks noChangeArrowheads="1"/>
            </p:cNvSpPr>
            <p:nvPr/>
          </p:nvSpPr>
          <p:spPr bwMode="hidden">
            <a:xfrm>
              <a:off x="3989" y="3396"/>
              <a:ext cx="168" cy="9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3" name="Oval 201"/>
            <p:cNvSpPr>
              <a:spLocks noChangeArrowheads="1"/>
            </p:cNvSpPr>
            <p:nvPr/>
          </p:nvSpPr>
          <p:spPr bwMode="hidden">
            <a:xfrm>
              <a:off x="4263" y="3141"/>
              <a:ext cx="167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4" name="Oval 202"/>
            <p:cNvSpPr>
              <a:spLocks noChangeArrowheads="1"/>
            </p:cNvSpPr>
            <p:nvPr/>
          </p:nvSpPr>
          <p:spPr bwMode="hidden">
            <a:xfrm>
              <a:off x="5044" y="3418"/>
              <a:ext cx="167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" name="Oval 203"/>
            <p:cNvSpPr>
              <a:spLocks noChangeArrowheads="1"/>
            </p:cNvSpPr>
            <p:nvPr/>
          </p:nvSpPr>
          <p:spPr bwMode="hidden">
            <a:xfrm>
              <a:off x="4553" y="2873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6" name="Oval 204"/>
            <p:cNvSpPr>
              <a:spLocks noChangeArrowheads="1"/>
            </p:cNvSpPr>
            <p:nvPr/>
          </p:nvSpPr>
          <p:spPr bwMode="hidden">
            <a:xfrm>
              <a:off x="5293" y="3116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7" name="Oval 205"/>
            <p:cNvSpPr>
              <a:spLocks noChangeArrowheads="1"/>
            </p:cNvSpPr>
            <p:nvPr/>
          </p:nvSpPr>
          <p:spPr bwMode="hidden">
            <a:xfrm>
              <a:off x="5497" y="2879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8" name="Oval 206"/>
            <p:cNvSpPr>
              <a:spLocks noChangeArrowheads="1"/>
            </p:cNvSpPr>
            <p:nvPr/>
          </p:nvSpPr>
          <p:spPr bwMode="hidden">
            <a:xfrm>
              <a:off x="4772" y="2673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9" name="Oval 207"/>
            <p:cNvSpPr>
              <a:spLocks noChangeArrowheads="1"/>
            </p:cNvSpPr>
            <p:nvPr/>
          </p:nvSpPr>
          <p:spPr bwMode="hidden">
            <a:xfrm>
              <a:off x="4966" y="2488"/>
              <a:ext cx="156" cy="8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10" name="Oval 208"/>
            <p:cNvSpPr>
              <a:spLocks noChangeArrowheads="1"/>
            </p:cNvSpPr>
            <p:nvPr/>
          </p:nvSpPr>
          <p:spPr bwMode="hidden">
            <a:xfrm>
              <a:off x="5444" y="205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11" name="Oval 209"/>
            <p:cNvSpPr>
              <a:spLocks noChangeArrowheads="1"/>
            </p:cNvSpPr>
            <p:nvPr/>
          </p:nvSpPr>
          <p:spPr bwMode="hidden">
            <a:xfrm>
              <a:off x="5161" y="2314"/>
              <a:ext cx="140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12" name="Oval 210"/>
            <p:cNvSpPr>
              <a:spLocks noChangeArrowheads="1"/>
            </p:cNvSpPr>
            <p:nvPr/>
          </p:nvSpPr>
          <p:spPr bwMode="hidden">
            <a:xfrm>
              <a:off x="5318" y="2176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13" name="Oval 211"/>
            <p:cNvSpPr>
              <a:spLocks noChangeArrowheads="1"/>
            </p:cNvSpPr>
            <p:nvPr/>
          </p:nvSpPr>
          <p:spPr bwMode="hidden">
            <a:xfrm>
              <a:off x="5581" y="1933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14" name="Oval 212"/>
            <p:cNvSpPr>
              <a:spLocks noChangeArrowheads="1"/>
            </p:cNvSpPr>
            <p:nvPr/>
          </p:nvSpPr>
          <p:spPr bwMode="hidden">
            <a:xfrm>
              <a:off x="5689" y="1811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15" name="Oval 213"/>
            <p:cNvSpPr>
              <a:spLocks noChangeArrowheads="1"/>
            </p:cNvSpPr>
            <p:nvPr/>
          </p:nvSpPr>
          <p:spPr bwMode="hidden">
            <a:xfrm>
              <a:off x="5663" y="2680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16" name="Oval 214"/>
            <p:cNvSpPr>
              <a:spLocks noChangeArrowheads="1"/>
            </p:cNvSpPr>
            <p:nvPr/>
          </p:nvSpPr>
          <p:spPr bwMode="hidden">
            <a:xfrm>
              <a:off x="-65" y="2865"/>
              <a:ext cx="150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17" name="Oval 215"/>
            <p:cNvSpPr>
              <a:spLocks noChangeArrowheads="1"/>
            </p:cNvSpPr>
            <p:nvPr/>
          </p:nvSpPr>
          <p:spPr bwMode="hidden">
            <a:xfrm>
              <a:off x="2" y="2477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18" name="Oval 216"/>
            <p:cNvSpPr>
              <a:spLocks noChangeArrowheads="1"/>
            </p:cNvSpPr>
            <p:nvPr/>
          </p:nvSpPr>
          <p:spPr bwMode="hidden">
            <a:xfrm>
              <a:off x="-9" y="1436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19" name="Oval 217"/>
            <p:cNvSpPr>
              <a:spLocks noChangeArrowheads="1"/>
            </p:cNvSpPr>
            <p:nvPr/>
          </p:nvSpPr>
          <p:spPr bwMode="hidden">
            <a:xfrm>
              <a:off x="5624" y="4010"/>
              <a:ext cx="201" cy="10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</p:grpSp>
      <p:sp>
        <p:nvSpPr>
          <p:cNvPr id="745690" name="Rectangle 218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44675"/>
            <a:ext cx="77724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745691" name="Rectangle 219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220" name="Rectangle 220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221" name="Rectangle 221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2" name="Rectangle 22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D414A2-F6EA-46DF-A7E2-8A7A3586EF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 smtClean="0"/>
              <a:t>Click to edit Master text styles</a:t>
            </a:r>
          </a:p>
          <a:p>
            <a:pPr lvl="1"/>
            <a:r>
              <a:rPr lang="en-US" noProof="1" smtClean="0"/>
              <a:t>Second level</a:t>
            </a:r>
          </a:p>
          <a:p>
            <a:pPr lvl="2"/>
            <a:r>
              <a:rPr lang="en-US" noProof="1" smtClean="0"/>
              <a:t>Third level</a:t>
            </a:r>
          </a:p>
          <a:p>
            <a:pPr lvl="3"/>
            <a:r>
              <a:rPr lang="en-US" noProof="1" smtClean="0"/>
              <a:t>Fourth level</a:t>
            </a:r>
          </a:p>
          <a:p>
            <a:pPr lvl="4"/>
            <a:r>
              <a:rPr lang="en-US" noProof="1" smtClean="0"/>
              <a:t>Fifth level</a:t>
            </a:r>
            <a:endParaRPr lang="en-US" noProof="1"/>
          </a:p>
        </p:txBody>
      </p:sp>
      <p:sp>
        <p:nvSpPr>
          <p:cNvPr id="4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A42B8F-443D-4335-B996-A8A6355E7F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Linux+ Guide to Linux Certification, Second Edition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noProof="1" smtClean="0"/>
              <a:t>Click to edit Master text styles</a:t>
            </a:r>
          </a:p>
        </p:txBody>
      </p:sp>
      <p:sp>
        <p:nvSpPr>
          <p:cNvPr id="4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392F4E-0FDE-4F5A-B6B8-11A534E696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Linux+ Guide to Linux Certification, Second Edition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39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1" smtClean="0"/>
              <a:t>Click to edit Master text styles</a:t>
            </a:r>
          </a:p>
          <a:p>
            <a:pPr lvl="1"/>
            <a:r>
              <a:rPr lang="en-US" noProof="1" smtClean="0"/>
              <a:t>Second level</a:t>
            </a:r>
          </a:p>
          <a:p>
            <a:pPr lvl="2"/>
            <a:r>
              <a:rPr lang="en-US" noProof="1" smtClean="0"/>
              <a:t>Third level</a:t>
            </a:r>
          </a:p>
          <a:p>
            <a:pPr lvl="3"/>
            <a:r>
              <a:rPr lang="en-US" noProof="1" smtClean="0"/>
              <a:t>Fourth level</a:t>
            </a:r>
          </a:p>
          <a:p>
            <a:pPr lvl="4"/>
            <a:r>
              <a:rPr lang="en-US" noProof="1" smtClean="0"/>
              <a:t>Fifth level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39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1" smtClean="0"/>
              <a:t>Click to edit Master text styles</a:t>
            </a:r>
          </a:p>
          <a:p>
            <a:pPr lvl="1"/>
            <a:r>
              <a:rPr lang="en-US" noProof="1" smtClean="0"/>
              <a:t>Second level</a:t>
            </a:r>
          </a:p>
          <a:p>
            <a:pPr lvl="2"/>
            <a:r>
              <a:rPr lang="en-US" noProof="1" smtClean="0"/>
              <a:t>Third level</a:t>
            </a:r>
          </a:p>
          <a:p>
            <a:pPr lvl="3"/>
            <a:r>
              <a:rPr lang="en-US" noProof="1" smtClean="0"/>
              <a:t>Fourth level</a:t>
            </a:r>
          </a:p>
          <a:p>
            <a:pPr lvl="4"/>
            <a:r>
              <a:rPr lang="en-US" noProof="1" smtClean="0"/>
              <a:t>Fifth level</a:t>
            </a:r>
            <a:endParaRPr lang="en-US" noProof="1"/>
          </a:p>
        </p:txBody>
      </p:sp>
      <p:sp>
        <p:nvSpPr>
          <p:cNvPr id="5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42D08E-E01B-4EA1-9906-37229C15C8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Linux+ Guide to Linux Certification, Second Edition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1" smtClean="0"/>
              <a:t>Click to edit Master text styles</a:t>
            </a:r>
          </a:p>
          <a:p>
            <a:pPr lvl="1"/>
            <a:r>
              <a:rPr lang="en-US" noProof="1" smtClean="0"/>
              <a:t>Second level</a:t>
            </a:r>
          </a:p>
          <a:p>
            <a:pPr lvl="2"/>
            <a:r>
              <a:rPr lang="en-US" noProof="1" smtClean="0"/>
              <a:t>Third level</a:t>
            </a:r>
          </a:p>
          <a:p>
            <a:pPr lvl="3"/>
            <a:r>
              <a:rPr lang="en-US" noProof="1" smtClean="0"/>
              <a:t>Fourth level</a:t>
            </a:r>
          </a:p>
          <a:p>
            <a:pPr lvl="4"/>
            <a:r>
              <a:rPr lang="en-US" noProof="1" smtClean="0"/>
              <a:t>Fifth level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1" smtClean="0"/>
              <a:t>Click to edit Master text styles</a:t>
            </a:r>
          </a:p>
          <a:p>
            <a:pPr lvl="1"/>
            <a:r>
              <a:rPr lang="en-US" noProof="1" smtClean="0"/>
              <a:t>Second level</a:t>
            </a:r>
          </a:p>
          <a:p>
            <a:pPr lvl="2"/>
            <a:r>
              <a:rPr lang="en-US" noProof="1" smtClean="0"/>
              <a:t>Third level</a:t>
            </a:r>
          </a:p>
          <a:p>
            <a:pPr lvl="3"/>
            <a:r>
              <a:rPr lang="en-US" noProof="1" smtClean="0"/>
              <a:t>Fourth level</a:t>
            </a:r>
          </a:p>
          <a:p>
            <a:pPr lvl="4"/>
            <a:r>
              <a:rPr lang="en-US" noProof="1" smtClean="0"/>
              <a:t>Fifth level</a:t>
            </a:r>
            <a:endParaRPr lang="en-US" noProof="1"/>
          </a:p>
        </p:txBody>
      </p:sp>
      <p:sp>
        <p:nvSpPr>
          <p:cNvPr id="7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1C4BF0-5D59-4226-8916-A21ADDC7E5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Linux+ Guide to Linux Certification, Second Edition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3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62E376-D8AD-41FF-89DD-D3D62B170E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Linux+ Guide to Linux Certification, Second Edition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7097B2-B399-4E48-9146-C751A01530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Linux+ Guide to Linux Certification, Second Edition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 smtClean="0"/>
              <a:t>Click to edit Master text styles</a:t>
            </a:r>
          </a:p>
          <a:p>
            <a:pPr lvl="1"/>
            <a:r>
              <a:rPr lang="en-US" noProof="1" smtClean="0"/>
              <a:t>Second level</a:t>
            </a:r>
          </a:p>
          <a:p>
            <a:pPr lvl="2"/>
            <a:r>
              <a:rPr lang="en-US" noProof="1" smtClean="0"/>
              <a:t>Third level</a:t>
            </a:r>
          </a:p>
          <a:p>
            <a:pPr lvl="3"/>
            <a:r>
              <a:rPr lang="en-US" noProof="1" smtClean="0"/>
              <a:t>Fourth level</a:t>
            </a:r>
          </a:p>
          <a:p>
            <a:pPr lvl="4"/>
            <a:r>
              <a:rPr lang="en-US" noProof="1" smtClean="0"/>
              <a:t>Fifth level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1" smtClean="0"/>
              <a:t>Click to edit Master text styles</a:t>
            </a:r>
          </a:p>
        </p:txBody>
      </p:sp>
      <p:sp>
        <p:nvSpPr>
          <p:cNvPr id="5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36DB89-B8C8-4E11-8F99-53F607178E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Linux+ Guide to Linux Certification, Second Edition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1" smtClean="0"/>
              <a:t>Click to edit Master text styles</a:t>
            </a:r>
          </a:p>
        </p:txBody>
      </p:sp>
      <p:sp>
        <p:nvSpPr>
          <p:cNvPr id="5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2DF23F-1B2F-456C-A697-A601E18221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Linux+ Guide to Linux Certification, Second Edition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 smtClean="0"/>
              <a:t>Click to edit Master text styles</a:t>
            </a:r>
          </a:p>
          <a:p>
            <a:pPr lvl="1"/>
            <a:r>
              <a:rPr lang="en-US" noProof="1" smtClean="0"/>
              <a:t>Second level</a:t>
            </a:r>
          </a:p>
          <a:p>
            <a:pPr lvl="2"/>
            <a:r>
              <a:rPr lang="en-US" noProof="1" smtClean="0"/>
              <a:t>Third level</a:t>
            </a:r>
          </a:p>
          <a:p>
            <a:pPr lvl="3"/>
            <a:r>
              <a:rPr lang="en-US" noProof="1" smtClean="0"/>
              <a:t>Fourth level</a:t>
            </a:r>
          </a:p>
          <a:p>
            <a:pPr lvl="4"/>
            <a:r>
              <a:rPr lang="en-US" noProof="1" smtClean="0"/>
              <a:t>Fifth level</a:t>
            </a:r>
            <a:endParaRPr lang="en-US" noProof="1"/>
          </a:p>
        </p:txBody>
      </p:sp>
      <p:sp>
        <p:nvSpPr>
          <p:cNvPr id="4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2732A3-3600-4725-8B70-BD5D57C3DA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Linux+ Guide to Linux Certification, Second Edition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9462"/>
          </a:xfrm>
        </p:spPr>
        <p:txBody>
          <a:bodyPr vert="eaVert"/>
          <a:lstStyle/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9462"/>
          </a:xfrm>
        </p:spPr>
        <p:txBody>
          <a:bodyPr vert="eaVert"/>
          <a:lstStyle/>
          <a:p>
            <a:pPr lvl="0"/>
            <a:r>
              <a:rPr lang="en-US" noProof="1" smtClean="0"/>
              <a:t>Click to edit Master text styles</a:t>
            </a:r>
          </a:p>
          <a:p>
            <a:pPr lvl="1"/>
            <a:r>
              <a:rPr lang="en-US" noProof="1" smtClean="0"/>
              <a:t>Second level</a:t>
            </a:r>
          </a:p>
          <a:p>
            <a:pPr lvl="2"/>
            <a:r>
              <a:rPr lang="en-US" noProof="1" smtClean="0"/>
              <a:t>Third level</a:t>
            </a:r>
          </a:p>
          <a:p>
            <a:pPr lvl="3"/>
            <a:r>
              <a:rPr lang="en-US" noProof="1" smtClean="0"/>
              <a:t>Fourth level</a:t>
            </a:r>
          </a:p>
          <a:p>
            <a:pPr lvl="4"/>
            <a:r>
              <a:rPr lang="en-US" noProof="1" smtClean="0"/>
              <a:t>Fifth level</a:t>
            </a:r>
            <a:endParaRPr lang="en-US" noProof="1"/>
          </a:p>
        </p:txBody>
      </p:sp>
      <p:sp>
        <p:nvSpPr>
          <p:cNvPr id="4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0E05BB-8767-48C2-8CE7-08D753DDAD1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Linux+ Guide to Linux Certification, Second Edition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auto">
      <p:bgPr>
        <a:gradFill rotWithShape="0">
          <a:gsLst>
            <a:gs pos="0">
              <a:schemeClr val="bg1"/>
            </a:gs>
            <a:gs pos="100000">
              <a:srgbClr val="32324A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-498475" y="1311275"/>
            <a:ext cx="10429875" cy="5908675"/>
            <a:chOff x="-313" y="824"/>
            <a:chExt cx="6570" cy="372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auto">
            <a:xfrm rot="20798144" flipV="1">
              <a:off x="-14" y="1033"/>
              <a:ext cx="1744" cy="6"/>
            </a:xfrm>
            <a:prstGeom prst="rect">
              <a:avLst/>
            </a:prstGeom>
            <a:gradFill rotWithShape="0">
              <a:gsLst>
                <a:gs pos="0">
                  <a:srgbClr val="5D5D8B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 userDrawn="1"/>
          </p:nvSpPr>
          <p:spPr bwMode="auto">
            <a:xfrm rot="20774366" flipV="1">
              <a:off x="-24" y="1127"/>
              <a:ext cx="2033" cy="6"/>
            </a:xfrm>
            <a:prstGeom prst="rect">
              <a:avLst/>
            </a:prstGeom>
            <a:gradFill rotWithShape="0">
              <a:gsLst>
                <a:gs pos="0">
                  <a:srgbClr val="5D5D8B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 rot="20757421" flipV="1">
              <a:off x="-27" y="1198"/>
              <a:ext cx="2246" cy="6"/>
            </a:xfrm>
            <a:prstGeom prst="rect">
              <a:avLst/>
            </a:prstGeom>
            <a:gradFill rotWithShape="0">
              <a:gsLst>
                <a:gs pos="0">
                  <a:srgbClr val="5D5D8B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8" name="Rectangle 6"/>
            <p:cNvSpPr>
              <a:spLocks noChangeArrowheads="1"/>
            </p:cNvSpPr>
            <p:nvPr userDrawn="1"/>
          </p:nvSpPr>
          <p:spPr bwMode="auto">
            <a:xfrm rot="20684206" flipV="1">
              <a:off x="-43" y="1283"/>
              <a:ext cx="2476" cy="6"/>
            </a:xfrm>
            <a:prstGeom prst="rect">
              <a:avLst/>
            </a:prstGeom>
            <a:gradFill rotWithShape="0">
              <a:gsLst>
                <a:gs pos="0">
                  <a:srgbClr val="5D5D8B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9" name="Rectangle 7"/>
            <p:cNvSpPr>
              <a:spLocks noChangeArrowheads="1"/>
            </p:cNvSpPr>
            <p:nvPr userDrawn="1"/>
          </p:nvSpPr>
          <p:spPr bwMode="auto">
            <a:xfrm rot="20631226" flipV="1">
              <a:off x="-51" y="1397"/>
              <a:ext cx="2770" cy="6"/>
            </a:xfrm>
            <a:prstGeom prst="rect">
              <a:avLst/>
            </a:prstGeom>
            <a:gradFill rotWithShape="0">
              <a:gsLst>
                <a:gs pos="0">
                  <a:srgbClr val="5D5D8B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8"/>
            <p:cNvSpPr>
              <a:spLocks noChangeArrowheads="1"/>
            </p:cNvSpPr>
            <p:nvPr userDrawn="1"/>
          </p:nvSpPr>
          <p:spPr bwMode="auto">
            <a:xfrm rot="20554235" flipV="1">
              <a:off x="-65" y="1523"/>
              <a:ext cx="3058" cy="6"/>
            </a:xfrm>
            <a:prstGeom prst="rect">
              <a:avLst/>
            </a:prstGeom>
            <a:gradFill rotWithShape="0">
              <a:gsLst>
                <a:gs pos="0">
                  <a:srgbClr val="5D5D8B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9"/>
            <p:cNvSpPr>
              <a:spLocks noChangeArrowheads="1"/>
            </p:cNvSpPr>
            <p:nvPr userDrawn="1"/>
          </p:nvSpPr>
          <p:spPr bwMode="auto">
            <a:xfrm rot="20466593" flipV="1">
              <a:off x="-93" y="1694"/>
              <a:ext cx="3403" cy="6"/>
            </a:xfrm>
            <a:prstGeom prst="rect">
              <a:avLst/>
            </a:prstGeom>
            <a:gradFill rotWithShape="0">
              <a:gsLst>
                <a:gs pos="0">
                  <a:srgbClr val="5D5D8B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Rectangle 10"/>
            <p:cNvSpPr>
              <a:spLocks noChangeArrowheads="1"/>
            </p:cNvSpPr>
            <p:nvPr userDrawn="1"/>
          </p:nvSpPr>
          <p:spPr bwMode="auto">
            <a:xfrm rot="20343219" flipV="1">
              <a:off x="-99" y="1863"/>
              <a:ext cx="374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56568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3" name="Rectangle 11"/>
            <p:cNvSpPr>
              <a:spLocks noChangeArrowheads="1"/>
            </p:cNvSpPr>
            <p:nvPr userDrawn="1"/>
          </p:nvSpPr>
          <p:spPr bwMode="auto">
            <a:xfrm rot="20211065" flipV="1">
              <a:off x="-165" y="2053"/>
              <a:ext cx="420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4D4D74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4" name="Rectangle 12"/>
            <p:cNvSpPr>
              <a:spLocks noChangeArrowheads="1"/>
            </p:cNvSpPr>
            <p:nvPr userDrawn="1"/>
          </p:nvSpPr>
          <p:spPr bwMode="auto">
            <a:xfrm rot="20102912" flipV="1">
              <a:off x="-214" y="2289"/>
              <a:ext cx="4612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47476B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5" name="Rectangle 13"/>
            <p:cNvSpPr>
              <a:spLocks noChangeArrowheads="1"/>
            </p:cNvSpPr>
            <p:nvPr userDrawn="1"/>
          </p:nvSpPr>
          <p:spPr bwMode="auto">
            <a:xfrm rot="19923405" flipV="1">
              <a:off x="-313" y="2617"/>
              <a:ext cx="5200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3E3E5D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6" name="Rectangle 14"/>
            <p:cNvSpPr>
              <a:spLocks noChangeArrowheads="1"/>
            </p:cNvSpPr>
            <p:nvPr userDrawn="1"/>
          </p:nvSpPr>
          <p:spPr bwMode="auto">
            <a:xfrm rot="19686284" flipV="1">
              <a:off x="9" y="2881"/>
              <a:ext cx="5401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2F2F47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7" name="Rectangle 15"/>
            <p:cNvSpPr>
              <a:spLocks noChangeArrowheads="1"/>
            </p:cNvSpPr>
            <p:nvPr userDrawn="1"/>
          </p:nvSpPr>
          <p:spPr bwMode="auto">
            <a:xfrm rot="19383534" flipV="1">
              <a:off x="1319" y="2928"/>
              <a:ext cx="4612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1F1F2E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Rectangle 16"/>
            <p:cNvSpPr>
              <a:spLocks noChangeArrowheads="1"/>
            </p:cNvSpPr>
            <p:nvPr userDrawn="1"/>
          </p:nvSpPr>
          <p:spPr bwMode="auto">
            <a:xfrm rot="18994182" flipV="1">
              <a:off x="2681" y="3071"/>
              <a:ext cx="357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030305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Rectangle 17"/>
            <p:cNvSpPr>
              <a:spLocks noChangeArrowheads="1"/>
            </p:cNvSpPr>
            <p:nvPr userDrawn="1"/>
          </p:nvSpPr>
          <p:spPr bwMode="auto">
            <a:xfrm rot="18603245" flipV="1">
              <a:off x="4054" y="3501"/>
              <a:ext cx="207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000000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 vert="eaVert"/>
            <a:lstStyle/>
            <a:p>
              <a:pPr algn="ctr" eaLnBrk="1" hangingPunct="1"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Rectangle 18"/>
            <p:cNvSpPr>
              <a:spLocks noChangeArrowheads="1"/>
            </p:cNvSpPr>
            <p:nvPr userDrawn="1"/>
          </p:nvSpPr>
          <p:spPr bwMode="auto">
            <a:xfrm rot="-3208425" flipH="1" flipV="1">
              <a:off x="5386" y="4165"/>
              <a:ext cx="501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000000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 vert="eaVert"/>
            <a:lstStyle/>
            <a:p>
              <a:pPr algn="ctr" eaLnBrk="1" hangingPunct="1"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19"/>
            <p:cNvSpPr>
              <a:spLocks noChangeArrowheads="1"/>
            </p:cNvSpPr>
            <p:nvPr/>
          </p:nvSpPr>
          <p:spPr bwMode="hidden">
            <a:xfrm rot="-20541361">
              <a:off x="-146" y="2360"/>
              <a:ext cx="604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" name="Rectangle 20"/>
            <p:cNvSpPr>
              <a:spLocks noChangeArrowheads="1"/>
            </p:cNvSpPr>
            <p:nvPr/>
          </p:nvSpPr>
          <p:spPr bwMode="hidden">
            <a:xfrm rot="-20036206">
              <a:off x="-198" y="3396"/>
              <a:ext cx="4142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3529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" name="Rectangle 21"/>
            <p:cNvSpPr>
              <a:spLocks noChangeArrowheads="1"/>
            </p:cNvSpPr>
            <p:nvPr/>
          </p:nvSpPr>
          <p:spPr bwMode="hidden">
            <a:xfrm rot="1732981">
              <a:off x="-165" y="3624"/>
              <a:ext cx="280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3529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" name="Rectangle 22"/>
            <p:cNvSpPr>
              <a:spLocks noChangeArrowheads="1"/>
            </p:cNvSpPr>
            <p:nvPr/>
          </p:nvSpPr>
          <p:spPr bwMode="hidden">
            <a:xfrm rot="1969083">
              <a:off x="-110" y="3922"/>
              <a:ext cx="1400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Rectangle 23"/>
            <p:cNvSpPr>
              <a:spLocks noChangeArrowheads="1"/>
            </p:cNvSpPr>
            <p:nvPr/>
          </p:nvSpPr>
          <p:spPr bwMode="hidden">
            <a:xfrm rot="-20213826">
              <a:off x="-216" y="3221"/>
              <a:ext cx="5477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862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Rectangle 24"/>
            <p:cNvSpPr>
              <a:spLocks noChangeArrowheads="1"/>
            </p:cNvSpPr>
            <p:nvPr/>
          </p:nvSpPr>
          <p:spPr bwMode="hidden">
            <a:xfrm rot="22583969">
              <a:off x="-115" y="2129"/>
              <a:ext cx="601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7647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Rectangle 25"/>
            <p:cNvSpPr>
              <a:spLocks noChangeArrowheads="1"/>
            </p:cNvSpPr>
            <p:nvPr userDrawn="1"/>
          </p:nvSpPr>
          <p:spPr bwMode="auto">
            <a:xfrm rot="930109" flipV="1">
              <a:off x="80" y="1946"/>
              <a:ext cx="575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3E3E5D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8" name="Rectangle 26"/>
            <p:cNvSpPr>
              <a:spLocks noChangeArrowheads="1"/>
            </p:cNvSpPr>
            <p:nvPr/>
          </p:nvSpPr>
          <p:spPr bwMode="hidden">
            <a:xfrm rot="-20731987">
              <a:off x="374" y="1802"/>
              <a:ext cx="5475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" name="Rectangle 27"/>
            <p:cNvSpPr>
              <a:spLocks noChangeArrowheads="1"/>
            </p:cNvSpPr>
            <p:nvPr/>
          </p:nvSpPr>
          <p:spPr bwMode="hidden">
            <a:xfrm rot="-64024402">
              <a:off x="848" y="1582"/>
              <a:ext cx="497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" name="Rectangle 28"/>
            <p:cNvSpPr>
              <a:spLocks noChangeArrowheads="1"/>
            </p:cNvSpPr>
            <p:nvPr/>
          </p:nvSpPr>
          <p:spPr bwMode="hidden">
            <a:xfrm rot="-42464612">
              <a:off x="1053" y="1476"/>
              <a:ext cx="475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" name="Rectangle 29"/>
            <p:cNvSpPr>
              <a:spLocks noChangeArrowheads="1"/>
            </p:cNvSpPr>
            <p:nvPr/>
          </p:nvSpPr>
          <p:spPr bwMode="hidden">
            <a:xfrm rot="-20907336">
              <a:off x="1244" y="1377"/>
              <a:ext cx="4557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2" name="Rectangle 30"/>
            <p:cNvSpPr>
              <a:spLocks noChangeArrowheads="1"/>
            </p:cNvSpPr>
            <p:nvPr userDrawn="1"/>
          </p:nvSpPr>
          <p:spPr bwMode="auto">
            <a:xfrm rot="655690" flipV="1">
              <a:off x="1487" y="1305"/>
              <a:ext cx="431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444466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3" name="Rectangle 31"/>
            <p:cNvSpPr>
              <a:spLocks noChangeArrowheads="1"/>
            </p:cNvSpPr>
            <p:nvPr userDrawn="1"/>
          </p:nvSpPr>
          <p:spPr bwMode="auto">
            <a:xfrm rot="636921" flipV="1">
              <a:off x="1650" y="1218"/>
              <a:ext cx="415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444466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4" name="Rectangle 32"/>
            <p:cNvSpPr>
              <a:spLocks noChangeArrowheads="1"/>
            </p:cNvSpPr>
            <p:nvPr userDrawn="1"/>
          </p:nvSpPr>
          <p:spPr bwMode="auto">
            <a:xfrm rot="803987" flipV="1">
              <a:off x="611" y="1684"/>
              <a:ext cx="520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3E3E5D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5" name="Rectangle 33"/>
            <p:cNvSpPr>
              <a:spLocks noChangeArrowheads="1"/>
            </p:cNvSpPr>
            <p:nvPr userDrawn="1"/>
          </p:nvSpPr>
          <p:spPr bwMode="auto">
            <a:xfrm rot="1273217" flipV="1">
              <a:off x="-204" y="2976"/>
              <a:ext cx="6150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383853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6" name="Rectangle 34"/>
            <p:cNvSpPr>
              <a:spLocks noChangeArrowheads="1"/>
            </p:cNvSpPr>
            <p:nvPr userDrawn="1"/>
          </p:nvSpPr>
          <p:spPr bwMode="auto">
            <a:xfrm rot="1169729" flipV="1">
              <a:off x="-174" y="2663"/>
              <a:ext cx="610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34344F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algn="ctr" eaLnBrk="1" hangingPunct="1"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7" name="Oval 35"/>
            <p:cNvSpPr>
              <a:spLocks noChangeArrowheads="1"/>
            </p:cNvSpPr>
            <p:nvPr/>
          </p:nvSpPr>
          <p:spPr bwMode="hidden">
            <a:xfrm>
              <a:off x="740" y="3359"/>
              <a:ext cx="168" cy="9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" name="Oval 36"/>
            <p:cNvSpPr>
              <a:spLocks noChangeArrowheads="1"/>
            </p:cNvSpPr>
            <p:nvPr/>
          </p:nvSpPr>
          <p:spPr bwMode="hidden">
            <a:xfrm>
              <a:off x="236" y="3074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" name="Oval 37"/>
            <p:cNvSpPr>
              <a:spLocks noChangeArrowheads="1"/>
            </p:cNvSpPr>
            <p:nvPr/>
          </p:nvSpPr>
          <p:spPr bwMode="hidden">
            <a:xfrm>
              <a:off x="159" y="3652"/>
              <a:ext cx="196" cy="10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" name="Oval 38"/>
            <p:cNvSpPr>
              <a:spLocks noChangeArrowheads="1"/>
            </p:cNvSpPr>
            <p:nvPr/>
          </p:nvSpPr>
          <p:spPr bwMode="hidden">
            <a:xfrm>
              <a:off x="2077" y="2661"/>
              <a:ext cx="156" cy="8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" name="Oval 39"/>
            <p:cNvSpPr>
              <a:spLocks noChangeArrowheads="1"/>
            </p:cNvSpPr>
            <p:nvPr/>
          </p:nvSpPr>
          <p:spPr bwMode="hidden">
            <a:xfrm>
              <a:off x="1223" y="3076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" name="Oval 40"/>
            <p:cNvSpPr>
              <a:spLocks noChangeArrowheads="1"/>
            </p:cNvSpPr>
            <p:nvPr/>
          </p:nvSpPr>
          <p:spPr bwMode="hidden">
            <a:xfrm>
              <a:off x="1686" y="2857"/>
              <a:ext cx="156" cy="9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" name="Oval 41"/>
            <p:cNvSpPr>
              <a:spLocks noChangeArrowheads="1"/>
            </p:cNvSpPr>
            <p:nvPr/>
          </p:nvSpPr>
          <p:spPr bwMode="hidden">
            <a:xfrm>
              <a:off x="750" y="2839"/>
              <a:ext cx="151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" name="Oval 42"/>
            <p:cNvSpPr>
              <a:spLocks noChangeArrowheads="1"/>
            </p:cNvSpPr>
            <p:nvPr/>
          </p:nvSpPr>
          <p:spPr bwMode="hidden">
            <a:xfrm>
              <a:off x="367" y="2656"/>
              <a:ext cx="150" cy="8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" name="Oval 43"/>
            <p:cNvSpPr>
              <a:spLocks noChangeArrowheads="1"/>
            </p:cNvSpPr>
            <p:nvPr/>
          </p:nvSpPr>
          <p:spPr bwMode="hidden">
            <a:xfrm>
              <a:off x="1172" y="2642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6" name="Oval 44"/>
            <p:cNvSpPr>
              <a:spLocks noChangeArrowheads="1"/>
            </p:cNvSpPr>
            <p:nvPr/>
          </p:nvSpPr>
          <p:spPr bwMode="hidden">
            <a:xfrm>
              <a:off x="2401" y="2485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7" name="Oval 45"/>
            <p:cNvSpPr>
              <a:spLocks noChangeArrowheads="1"/>
            </p:cNvSpPr>
            <p:nvPr/>
          </p:nvSpPr>
          <p:spPr bwMode="hidden">
            <a:xfrm>
              <a:off x="1910" y="2314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8" name="Oval 46"/>
            <p:cNvSpPr>
              <a:spLocks noChangeArrowheads="1"/>
            </p:cNvSpPr>
            <p:nvPr/>
          </p:nvSpPr>
          <p:spPr bwMode="hidden">
            <a:xfrm>
              <a:off x="2254" y="2154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9" name="Oval 47"/>
            <p:cNvSpPr>
              <a:spLocks noChangeArrowheads="1"/>
            </p:cNvSpPr>
            <p:nvPr/>
          </p:nvSpPr>
          <p:spPr bwMode="hidden">
            <a:xfrm>
              <a:off x="2742" y="2305"/>
              <a:ext cx="140" cy="7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0" name="Oval 48"/>
            <p:cNvSpPr>
              <a:spLocks noChangeArrowheads="1"/>
            </p:cNvSpPr>
            <p:nvPr/>
          </p:nvSpPr>
          <p:spPr bwMode="hidden">
            <a:xfrm>
              <a:off x="2812" y="1898"/>
              <a:ext cx="12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1" name="Oval 49"/>
            <p:cNvSpPr>
              <a:spLocks noChangeArrowheads="1"/>
            </p:cNvSpPr>
            <p:nvPr/>
          </p:nvSpPr>
          <p:spPr bwMode="hidden">
            <a:xfrm>
              <a:off x="3721" y="1792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" name="Oval 50"/>
            <p:cNvSpPr>
              <a:spLocks noChangeArrowheads="1"/>
            </p:cNvSpPr>
            <p:nvPr/>
          </p:nvSpPr>
          <p:spPr bwMode="hidden">
            <a:xfrm>
              <a:off x="3528" y="1896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" name="Oval 51"/>
            <p:cNvSpPr>
              <a:spLocks noChangeArrowheads="1"/>
            </p:cNvSpPr>
            <p:nvPr/>
          </p:nvSpPr>
          <p:spPr bwMode="hidden">
            <a:xfrm>
              <a:off x="3064" y="1778"/>
              <a:ext cx="128" cy="6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4" name="Oval 52"/>
            <p:cNvSpPr>
              <a:spLocks noChangeArrowheads="1"/>
            </p:cNvSpPr>
            <p:nvPr/>
          </p:nvSpPr>
          <p:spPr bwMode="hidden">
            <a:xfrm>
              <a:off x="3277" y="2024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5" name="Oval 53"/>
            <p:cNvSpPr>
              <a:spLocks noChangeArrowheads="1"/>
            </p:cNvSpPr>
            <p:nvPr/>
          </p:nvSpPr>
          <p:spPr bwMode="hidden">
            <a:xfrm>
              <a:off x="3027" y="2160"/>
              <a:ext cx="133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6" name="Oval 54"/>
            <p:cNvSpPr>
              <a:spLocks noChangeArrowheads="1"/>
            </p:cNvSpPr>
            <p:nvPr/>
          </p:nvSpPr>
          <p:spPr bwMode="hidden">
            <a:xfrm>
              <a:off x="1569" y="2453"/>
              <a:ext cx="150" cy="9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7" name="Oval 55"/>
            <p:cNvSpPr>
              <a:spLocks noChangeArrowheads="1"/>
            </p:cNvSpPr>
            <p:nvPr/>
          </p:nvSpPr>
          <p:spPr bwMode="hidden">
            <a:xfrm>
              <a:off x="1863" y="2028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8" name="Oval 56"/>
            <p:cNvSpPr>
              <a:spLocks noChangeArrowheads="1"/>
            </p:cNvSpPr>
            <p:nvPr/>
          </p:nvSpPr>
          <p:spPr bwMode="hidden">
            <a:xfrm>
              <a:off x="1513" y="2175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9" name="Oval 57"/>
            <p:cNvSpPr>
              <a:spLocks noChangeArrowheads="1"/>
            </p:cNvSpPr>
            <p:nvPr/>
          </p:nvSpPr>
          <p:spPr bwMode="hidden">
            <a:xfrm>
              <a:off x="1191" y="2311"/>
              <a:ext cx="134" cy="7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0" name="Oval 58"/>
            <p:cNvSpPr>
              <a:spLocks noChangeArrowheads="1"/>
            </p:cNvSpPr>
            <p:nvPr/>
          </p:nvSpPr>
          <p:spPr bwMode="hidden">
            <a:xfrm>
              <a:off x="1154" y="2047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1" name="Oval 59"/>
            <p:cNvSpPr>
              <a:spLocks noChangeArrowheads="1"/>
            </p:cNvSpPr>
            <p:nvPr/>
          </p:nvSpPr>
          <p:spPr bwMode="hidden">
            <a:xfrm>
              <a:off x="1142" y="1803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2" name="Oval 60"/>
            <p:cNvSpPr>
              <a:spLocks noChangeArrowheads="1"/>
            </p:cNvSpPr>
            <p:nvPr/>
          </p:nvSpPr>
          <p:spPr bwMode="hidden">
            <a:xfrm>
              <a:off x="1500" y="1912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3" name="Oval 61"/>
            <p:cNvSpPr>
              <a:spLocks noChangeArrowheads="1"/>
            </p:cNvSpPr>
            <p:nvPr/>
          </p:nvSpPr>
          <p:spPr bwMode="hidden">
            <a:xfrm>
              <a:off x="1804" y="1801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4" name="Oval 62"/>
            <p:cNvSpPr>
              <a:spLocks noChangeArrowheads="1"/>
            </p:cNvSpPr>
            <p:nvPr/>
          </p:nvSpPr>
          <p:spPr bwMode="hidden">
            <a:xfrm>
              <a:off x="2159" y="1905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5" name="Oval 63"/>
            <p:cNvSpPr>
              <a:spLocks noChangeArrowheads="1"/>
            </p:cNvSpPr>
            <p:nvPr/>
          </p:nvSpPr>
          <p:spPr bwMode="hidden">
            <a:xfrm>
              <a:off x="2432" y="1787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6" name="Oval 64"/>
            <p:cNvSpPr>
              <a:spLocks noChangeArrowheads="1"/>
            </p:cNvSpPr>
            <p:nvPr/>
          </p:nvSpPr>
          <p:spPr bwMode="hidden">
            <a:xfrm>
              <a:off x="470" y="203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7" name="Oval 65"/>
            <p:cNvSpPr>
              <a:spLocks noChangeArrowheads="1"/>
            </p:cNvSpPr>
            <p:nvPr/>
          </p:nvSpPr>
          <p:spPr bwMode="hidden">
            <a:xfrm>
              <a:off x="68" y="2166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8" name="Oval 66"/>
            <p:cNvSpPr>
              <a:spLocks noChangeArrowheads="1"/>
            </p:cNvSpPr>
            <p:nvPr/>
          </p:nvSpPr>
          <p:spPr bwMode="hidden">
            <a:xfrm>
              <a:off x="798" y="1916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9" name="Oval 67"/>
            <p:cNvSpPr>
              <a:spLocks noChangeArrowheads="1"/>
            </p:cNvSpPr>
            <p:nvPr/>
          </p:nvSpPr>
          <p:spPr bwMode="hidden">
            <a:xfrm>
              <a:off x="455" y="1797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0" name="Oval 68"/>
            <p:cNvSpPr>
              <a:spLocks noChangeArrowheads="1"/>
            </p:cNvSpPr>
            <p:nvPr/>
          </p:nvSpPr>
          <p:spPr bwMode="hidden">
            <a:xfrm>
              <a:off x="113" y="1901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1" name="Oval 69"/>
            <p:cNvSpPr>
              <a:spLocks noChangeArrowheads="1"/>
            </p:cNvSpPr>
            <p:nvPr/>
          </p:nvSpPr>
          <p:spPr bwMode="hidden">
            <a:xfrm>
              <a:off x="432" y="2323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2" name="Oval 70"/>
            <p:cNvSpPr>
              <a:spLocks noChangeArrowheads="1"/>
            </p:cNvSpPr>
            <p:nvPr/>
          </p:nvSpPr>
          <p:spPr bwMode="hidden">
            <a:xfrm>
              <a:off x="814" y="2178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3" name="Oval 71"/>
            <p:cNvSpPr>
              <a:spLocks noChangeArrowheads="1"/>
            </p:cNvSpPr>
            <p:nvPr/>
          </p:nvSpPr>
          <p:spPr bwMode="hidden">
            <a:xfrm>
              <a:off x="789" y="2472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" name="Oval 72"/>
            <p:cNvSpPr>
              <a:spLocks noChangeArrowheads="1"/>
            </p:cNvSpPr>
            <p:nvPr/>
          </p:nvSpPr>
          <p:spPr bwMode="hidden">
            <a:xfrm>
              <a:off x="2544" y="2015"/>
              <a:ext cx="140" cy="7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5" name="Oval 73"/>
            <p:cNvSpPr>
              <a:spLocks noChangeArrowheads="1"/>
            </p:cNvSpPr>
            <p:nvPr/>
          </p:nvSpPr>
          <p:spPr bwMode="hidden">
            <a:xfrm>
              <a:off x="1457" y="1700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6" name="Oval 74"/>
            <p:cNvSpPr>
              <a:spLocks noChangeArrowheads="1"/>
            </p:cNvSpPr>
            <p:nvPr/>
          </p:nvSpPr>
          <p:spPr bwMode="hidden">
            <a:xfrm>
              <a:off x="1747" y="1599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7" name="Oval 75"/>
            <p:cNvSpPr>
              <a:spLocks noChangeArrowheads="1"/>
            </p:cNvSpPr>
            <p:nvPr/>
          </p:nvSpPr>
          <p:spPr bwMode="hidden">
            <a:xfrm>
              <a:off x="1385" y="1506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8" name="Oval 76"/>
            <p:cNvSpPr>
              <a:spLocks noChangeArrowheads="1"/>
            </p:cNvSpPr>
            <p:nvPr/>
          </p:nvSpPr>
          <p:spPr bwMode="hidden">
            <a:xfrm>
              <a:off x="1093" y="1595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9" name="Oval 77"/>
            <p:cNvSpPr>
              <a:spLocks noChangeArrowheads="1"/>
            </p:cNvSpPr>
            <p:nvPr/>
          </p:nvSpPr>
          <p:spPr bwMode="hidden">
            <a:xfrm>
              <a:off x="792" y="1690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0" name="Oval 78"/>
            <p:cNvSpPr>
              <a:spLocks noChangeArrowheads="1"/>
            </p:cNvSpPr>
            <p:nvPr/>
          </p:nvSpPr>
          <p:spPr bwMode="hidden">
            <a:xfrm>
              <a:off x="2011" y="1512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1" name="Oval 79"/>
            <p:cNvSpPr>
              <a:spLocks noChangeArrowheads="1"/>
            </p:cNvSpPr>
            <p:nvPr/>
          </p:nvSpPr>
          <p:spPr bwMode="hidden">
            <a:xfrm>
              <a:off x="2087" y="1696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" name="Oval 80"/>
            <p:cNvSpPr>
              <a:spLocks noChangeArrowheads="1"/>
            </p:cNvSpPr>
            <p:nvPr/>
          </p:nvSpPr>
          <p:spPr bwMode="hidden">
            <a:xfrm>
              <a:off x="2345" y="1601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3" name="Oval 81"/>
            <p:cNvSpPr>
              <a:spLocks noChangeArrowheads="1"/>
            </p:cNvSpPr>
            <p:nvPr/>
          </p:nvSpPr>
          <p:spPr bwMode="hidden">
            <a:xfrm>
              <a:off x="2684" y="1686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4" name="Oval 82"/>
            <p:cNvSpPr>
              <a:spLocks noChangeArrowheads="1"/>
            </p:cNvSpPr>
            <p:nvPr/>
          </p:nvSpPr>
          <p:spPr bwMode="hidden">
            <a:xfrm>
              <a:off x="806" y="1512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5" name="Oval 83"/>
            <p:cNvSpPr>
              <a:spLocks noChangeArrowheads="1"/>
            </p:cNvSpPr>
            <p:nvPr/>
          </p:nvSpPr>
          <p:spPr bwMode="hidden">
            <a:xfrm>
              <a:off x="495" y="1597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6" name="Oval 84"/>
            <p:cNvSpPr>
              <a:spLocks noChangeArrowheads="1"/>
            </p:cNvSpPr>
            <p:nvPr/>
          </p:nvSpPr>
          <p:spPr bwMode="hidden">
            <a:xfrm>
              <a:off x="228" y="1508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7" name="Oval 85"/>
            <p:cNvSpPr>
              <a:spLocks noChangeArrowheads="1"/>
            </p:cNvSpPr>
            <p:nvPr/>
          </p:nvSpPr>
          <p:spPr bwMode="hidden">
            <a:xfrm>
              <a:off x="157" y="1698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8" name="Oval 86"/>
            <p:cNvSpPr>
              <a:spLocks noChangeArrowheads="1"/>
            </p:cNvSpPr>
            <p:nvPr/>
          </p:nvSpPr>
          <p:spPr bwMode="hidden">
            <a:xfrm>
              <a:off x="2887" y="1595"/>
              <a:ext cx="124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9" name="Oval 87"/>
            <p:cNvSpPr>
              <a:spLocks noChangeArrowheads="1"/>
            </p:cNvSpPr>
            <p:nvPr/>
          </p:nvSpPr>
          <p:spPr bwMode="hidden">
            <a:xfrm>
              <a:off x="3079" y="1511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0" name="Oval 88"/>
            <p:cNvSpPr>
              <a:spLocks noChangeArrowheads="1"/>
            </p:cNvSpPr>
            <p:nvPr/>
          </p:nvSpPr>
          <p:spPr bwMode="hidden">
            <a:xfrm>
              <a:off x="3270" y="1688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1" name="Oval 89"/>
            <p:cNvSpPr>
              <a:spLocks noChangeArrowheads="1"/>
            </p:cNvSpPr>
            <p:nvPr/>
          </p:nvSpPr>
          <p:spPr bwMode="hidden">
            <a:xfrm>
              <a:off x="3453" y="1599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" name="Oval 90"/>
            <p:cNvSpPr>
              <a:spLocks noChangeArrowheads="1"/>
            </p:cNvSpPr>
            <p:nvPr/>
          </p:nvSpPr>
          <p:spPr bwMode="hidden">
            <a:xfrm>
              <a:off x="3651" y="1506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3" name="Oval 91"/>
            <p:cNvSpPr>
              <a:spLocks noChangeArrowheads="1"/>
            </p:cNvSpPr>
            <p:nvPr/>
          </p:nvSpPr>
          <p:spPr bwMode="hidden">
            <a:xfrm>
              <a:off x="4251" y="1513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4" name="Oval 92"/>
            <p:cNvSpPr>
              <a:spLocks noChangeArrowheads="1"/>
            </p:cNvSpPr>
            <p:nvPr/>
          </p:nvSpPr>
          <p:spPr bwMode="hidden">
            <a:xfrm>
              <a:off x="3901" y="1701"/>
              <a:ext cx="128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5" name="Oval 93"/>
            <p:cNvSpPr>
              <a:spLocks noChangeArrowheads="1"/>
            </p:cNvSpPr>
            <p:nvPr/>
          </p:nvSpPr>
          <p:spPr bwMode="hidden">
            <a:xfrm>
              <a:off x="4086" y="1608"/>
              <a:ext cx="128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6" name="Oval 94"/>
            <p:cNvSpPr>
              <a:spLocks noChangeArrowheads="1"/>
            </p:cNvSpPr>
            <p:nvPr/>
          </p:nvSpPr>
          <p:spPr bwMode="hidden">
            <a:xfrm>
              <a:off x="1282" y="3653"/>
              <a:ext cx="196" cy="11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7" name="Oval 95"/>
            <p:cNvSpPr>
              <a:spLocks noChangeArrowheads="1"/>
            </p:cNvSpPr>
            <p:nvPr/>
          </p:nvSpPr>
          <p:spPr bwMode="hidden">
            <a:xfrm>
              <a:off x="707" y="4014"/>
              <a:ext cx="191" cy="11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8" name="Oval 96"/>
            <p:cNvSpPr>
              <a:spLocks noChangeArrowheads="1"/>
            </p:cNvSpPr>
            <p:nvPr/>
          </p:nvSpPr>
          <p:spPr bwMode="hidden">
            <a:xfrm>
              <a:off x="2229" y="3090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9" name="Oval 97"/>
            <p:cNvSpPr>
              <a:spLocks noChangeArrowheads="1"/>
            </p:cNvSpPr>
            <p:nvPr/>
          </p:nvSpPr>
          <p:spPr bwMode="hidden">
            <a:xfrm>
              <a:off x="2604" y="2867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0" name="Oval 98"/>
            <p:cNvSpPr>
              <a:spLocks noChangeArrowheads="1"/>
            </p:cNvSpPr>
            <p:nvPr/>
          </p:nvSpPr>
          <p:spPr bwMode="hidden">
            <a:xfrm>
              <a:off x="2907" y="2668"/>
              <a:ext cx="156" cy="84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1" name="Oval 99"/>
            <p:cNvSpPr>
              <a:spLocks noChangeArrowheads="1"/>
            </p:cNvSpPr>
            <p:nvPr/>
          </p:nvSpPr>
          <p:spPr bwMode="hidden">
            <a:xfrm>
              <a:off x="3248" y="2454"/>
              <a:ext cx="150" cy="9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2" name="Oval 100"/>
            <p:cNvSpPr>
              <a:spLocks noChangeArrowheads="1"/>
            </p:cNvSpPr>
            <p:nvPr/>
          </p:nvSpPr>
          <p:spPr bwMode="hidden">
            <a:xfrm>
              <a:off x="1801" y="3360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" name="Oval 101"/>
            <p:cNvSpPr>
              <a:spLocks noChangeArrowheads="1"/>
            </p:cNvSpPr>
            <p:nvPr/>
          </p:nvSpPr>
          <p:spPr bwMode="hidden">
            <a:xfrm>
              <a:off x="3512" y="230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" name="Oval 102"/>
            <p:cNvSpPr>
              <a:spLocks noChangeArrowheads="1"/>
            </p:cNvSpPr>
            <p:nvPr/>
          </p:nvSpPr>
          <p:spPr bwMode="hidden">
            <a:xfrm>
              <a:off x="3980" y="2014"/>
              <a:ext cx="134" cy="7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5" name="Oval 103"/>
            <p:cNvSpPr>
              <a:spLocks noChangeArrowheads="1"/>
            </p:cNvSpPr>
            <p:nvPr/>
          </p:nvSpPr>
          <p:spPr bwMode="hidden">
            <a:xfrm>
              <a:off x="3753" y="2158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6" name="Oval 104"/>
            <p:cNvSpPr>
              <a:spLocks noChangeArrowheads="1"/>
            </p:cNvSpPr>
            <p:nvPr/>
          </p:nvSpPr>
          <p:spPr bwMode="hidden">
            <a:xfrm>
              <a:off x="4176" y="1898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7" name="Oval 105"/>
            <p:cNvSpPr>
              <a:spLocks noChangeArrowheads="1"/>
            </p:cNvSpPr>
            <p:nvPr/>
          </p:nvSpPr>
          <p:spPr bwMode="hidden">
            <a:xfrm>
              <a:off x="4338" y="1797"/>
              <a:ext cx="129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8" name="Oval 106"/>
            <p:cNvSpPr>
              <a:spLocks noChangeArrowheads="1"/>
            </p:cNvSpPr>
            <p:nvPr/>
          </p:nvSpPr>
          <p:spPr bwMode="hidden">
            <a:xfrm>
              <a:off x="4505" y="1700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9" name="Oval 107"/>
            <p:cNvSpPr>
              <a:spLocks noChangeArrowheads="1"/>
            </p:cNvSpPr>
            <p:nvPr/>
          </p:nvSpPr>
          <p:spPr bwMode="hidden">
            <a:xfrm>
              <a:off x="4661" y="1603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0" name="Oval 108"/>
            <p:cNvSpPr>
              <a:spLocks noChangeArrowheads="1"/>
            </p:cNvSpPr>
            <p:nvPr/>
          </p:nvSpPr>
          <p:spPr bwMode="hidden">
            <a:xfrm>
              <a:off x="4803" y="1512"/>
              <a:ext cx="128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1" name="Oval 109"/>
            <p:cNvSpPr>
              <a:spLocks noChangeArrowheads="1"/>
            </p:cNvSpPr>
            <p:nvPr/>
          </p:nvSpPr>
          <p:spPr bwMode="hidden">
            <a:xfrm>
              <a:off x="4930" y="1431"/>
              <a:ext cx="111" cy="5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2" name="Oval 110"/>
            <p:cNvSpPr>
              <a:spLocks noChangeArrowheads="1"/>
            </p:cNvSpPr>
            <p:nvPr/>
          </p:nvSpPr>
          <p:spPr bwMode="hidden">
            <a:xfrm>
              <a:off x="3835" y="1430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3" name="Oval 111"/>
            <p:cNvSpPr>
              <a:spLocks noChangeArrowheads="1"/>
            </p:cNvSpPr>
            <p:nvPr/>
          </p:nvSpPr>
          <p:spPr bwMode="hidden">
            <a:xfrm>
              <a:off x="3286" y="1430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4" name="Oval 112"/>
            <p:cNvSpPr>
              <a:spLocks noChangeArrowheads="1"/>
            </p:cNvSpPr>
            <p:nvPr/>
          </p:nvSpPr>
          <p:spPr bwMode="hidden">
            <a:xfrm>
              <a:off x="2972" y="1366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5" name="Oval 113"/>
            <p:cNvSpPr>
              <a:spLocks noChangeArrowheads="1"/>
            </p:cNvSpPr>
            <p:nvPr/>
          </p:nvSpPr>
          <p:spPr bwMode="hidden">
            <a:xfrm>
              <a:off x="3152" y="1292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6" name="Oval 114"/>
            <p:cNvSpPr>
              <a:spLocks noChangeArrowheads="1"/>
            </p:cNvSpPr>
            <p:nvPr/>
          </p:nvSpPr>
          <p:spPr bwMode="hidden">
            <a:xfrm>
              <a:off x="3020" y="1170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7" name="Oval 115"/>
            <p:cNvSpPr>
              <a:spLocks noChangeArrowheads="1"/>
            </p:cNvSpPr>
            <p:nvPr/>
          </p:nvSpPr>
          <p:spPr bwMode="hidden">
            <a:xfrm>
              <a:off x="2443" y="1368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8" name="Oval 116"/>
            <p:cNvSpPr>
              <a:spLocks noChangeArrowheads="1"/>
            </p:cNvSpPr>
            <p:nvPr/>
          </p:nvSpPr>
          <p:spPr bwMode="hidden">
            <a:xfrm>
              <a:off x="2301" y="1220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9" name="Oval 117"/>
            <p:cNvSpPr>
              <a:spLocks noChangeArrowheads="1"/>
            </p:cNvSpPr>
            <p:nvPr/>
          </p:nvSpPr>
          <p:spPr bwMode="hidden">
            <a:xfrm>
              <a:off x="2095" y="1284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0" name="Oval 118"/>
            <p:cNvSpPr>
              <a:spLocks noChangeArrowheads="1"/>
            </p:cNvSpPr>
            <p:nvPr/>
          </p:nvSpPr>
          <p:spPr bwMode="hidden">
            <a:xfrm>
              <a:off x="2228" y="1442"/>
              <a:ext cx="111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1" name="Oval 119"/>
            <p:cNvSpPr>
              <a:spLocks noChangeArrowheads="1"/>
            </p:cNvSpPr>
            <p:nvPr/>
          </p:nvSpPr>
          <p:spPr bwMode="hidden">
            <a:xfrm>
              <a:off x="1109" y="1424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2" name="Oval 120"/>
            <p:cNvSpPr>
              <a:spLocks noChangeArrowheads="1"/>
            </p:cNvSpPr>
            <p:nvPr/>
          </p:nvSpPr>
          <p:spPr bwMode="hidden">
            <a:xfrm>
              <a:off x="611" y="1284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3" name="Oval 121"/>
            <p:cNvSpPr>
              <a:spLocks noChangeArrowheads="1"/>
            </p:cNvSpPr>
            <p:nvPr/>
          </p:nvSpPr>
          <p:spPr bwMode="hidden">
            <a:xfrm>
              <a:off x="305" y="1358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4" name="Oval 122"/>
            <p:cNvSpPr>
              <a:spLocks noChangeArrowheads="1"/>
            </p:cNvSpPr>
            <p:nvPr/>
          </p:nvSpPr>
          <p:spPr bwMode="hidden">
            <a:xfrm>
              <a:off x="156" y="1154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5" name="Oval 123"/>
            <p:cNvSpPr>
              <a:spLocks noChangeArrowheads="1"/>
            </p:cNvSpPr>
            <p:nvPr/>
          </p:nvSpPr>
          <p:spPr bwMode="hidden">
            <a:xfrm>
              <a:off x="4538" y="1365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6" name="Oval 124"/>
            <p:cNvSpPr>
              <a:spLocks noChangeArrowheads="1"/>
            </p:cNvSpPr>
            <p:nvPr/>
          </p:nvSpPr>
          <p:spPr bwMode="hidden">
            <a:xfrm>
              <a:off x="4407" y="1440"/>
              <a:ext cx="105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7" name="Oval 125"/>
            <p:cNvSpPr>
              <a:spLocks noChangeArrowheads="1"/>
            </p:cNvSpPr>
            <p:nvPr/>
          </p:nvSpPr>
          <p:spPr bwMode="hidden">
            <a:xfrm>
              <a:off x="3992" y="1356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8" name="Oval 126"/>
            <p:cNvSpPr>
              <a:spLocks noChangeArrowheads="1"/>
            </p:cNvSpPr>
            <p:nvPr/>
          </p:nvSpPr>
          <p:spPr bwMode="hidden">
            <a:xfrm>
              <a:off x="3466" y="1356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9" name="Oval 127"/>
            <p:cNvSpPr>
              <a:spLocks noChangeArrowheads="1"/>
            </p:cNvSpPr>
            <p:nvPr/>
          </p:nvSpPr>
          <p:spPr bwMode="hidden">
            <a:xfrm>
              <a:off x="2852" y="1228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0" name="Oval 128"/>
            <p:cNvSpPr>
              <a:spLocks noChangeArrowheads="1"/>
            </p:cNvSpPr>
            <p:nvPr/>
          </p:nvSpPr>
          <p:spPr bwMode="hidden">
            <a:xfrm>
              <a:off x="2678" y="1109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1" name="Oval 129"/>
            <p:cNvSpPr>
              <a:spLocks noChangeArrowheads="1"/>
            </p:cNvSpPr>
            <p:nvPr/>
          </p:nvSpPr>
          <p:spPr bwMode="hidden">
            <a:xfrm>
              <a:off x="2859" y="1045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2" name="Oval 130"/>
            <p:cNvSpPr>
              <a:spLocks noChangeArrowheads="1"/>
            </p:cNvSpPr>
            <p:nvPr/>
          </p:nvSpPr>
          <p:spPr bwMode="hidden">
            <a:xfrm>
              <a:off x="1942" y="104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3" name="Oval 131"/>
            <p:cNvSpPr>
              <a:spLocks noChangeArrowheads="1"/>
            </p:cNvSpPr>
            <p:nvPr/>
          </p:nvSpPr>
          <p:spPr bwMode="hidden">
            <a:xfrm>
              <a:off x="1088" y="1277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" name="Oval 132"/>
            <p:cNvSpPr>
              <a:spLocks noChangeArrowheads="1"/>
            </p:cNvSpPr>
            <p:nvPr/>
          </p:nvSpPr>
          <p:spPr bwMode="hidden">
            <a:xfrm>
              <a:off x="827" y="135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5" name="Oval 133"/>
            <p:cNvSpPr>
              <a:spLocks noChangeArrowheads="1"/>
            </p:cNvSpPr>
            <p:nvPr/>
          </p:nvSpPr>
          <p:spPr bwMode="hidden">
            <a:xfrm>
              <a:off x="537" y="1428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6" name="Oval 134"/>
            <p:cNvSpPr>
              <a:spLocks noChangeArrowheads="1"/>
            </p:cNvSpPr>
            <p:nvPr/>
          </p:nvSpPr>
          <p:spPr bwMode="hidden">
            <a:xfrm>
              <a:off x="635" y="106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7" name="Oval 135"/>
            <p:cNvSpPr>
              <a:spLocks noChangeArrowheads="1"/>
            </p:cNvSpPr>
            <p:nvPr/>
          </p:nvSpPr>
          <p:spPr bwMode="hidden">
            <a:xfrm>
              <a:off x="1540" y="105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8" name="Oval 136"/>
            <p:cNvSpPr>
              <a:spLocks noChangeArrowheads="1"/>
            </p:cNvSpPr>
            <p:nvPr/>
          </p:nvSpPr>
          <p:spPr bwMode="hidden">
            <a:xfrm>
              <a:off x="1120" y="1063"/>
              <a:ext cx="105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9" name="Oval 137"/>
            <p:cNvSpPr>
              <a:spLocks noChangeArrowheads="1"/>
            </p:cNvSpPr>
            <p:nvPr/>
          </p:nvSpPr>
          <p:spPr bwMode="hidden">
            <a:xfrm>
              <a:off x="4131" y="1284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0" name="Oval 138"/>
            <p:cNvSpPr>
              <a:spLocks noChangeArrowheads="1"/>
            </p:cNvSpPr>
            <p:nvPr/>
          </p:nvSpPr>
          <p:spPr bwMode="hidden">
            <a:xfrm>
              <a:off x="3477" y="1163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1" name="Oval 139"/>
            <p:cNvSpPr>
              <a:spLocks noChangeArrowheads="1"/>
            </p:cNvSpPr>
            <p:nvPr/>
          </p:nvSpPr>
          <p:spPr bwMode="hidden">
            <a:xfrm>
              <a:off x="3315" y="1229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2" name="Oval 140"/>
            <p:cNvSpPr>
              <a:spLocks noChangeArrowheads="1"/>
            </p:cNvSpPr>
            <p:nvPr/>
          </p:nvSpPr>
          <p:spPr bwMode="hidden">
            <a:xfrm>
              <a:off x="3174" y="1112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3" name="Oval 141"/>
            <p:cNvSpPr>
              <a:spLocks noChangeArrowheads="1"/>
            </p:cNvSpPr>
            <p:nvPr/>
          </p:nvSpPr>
          <p:spPr bwMode="hidden">
            <a:xfrm>
              <a:off x="2396" y="1051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4" name="Oval 142"/>
            <p:cNvSpPr>
              <a:spLocks noChangeArrowheads="1"/>
            </p:cNvSpPr>
            <p:nvPr/>
          </p:nvSpPr>
          <p:spPr bwMode="hidden">
            <a:xfrm>
              <a:off x="2769" y="1446"/>
              <a:ext cx="111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5" name="Oval 143"/>
            <p:cNvSpPr>
              <a:spLocks noChangeArrowheads="1"/>
            </p:cNvSpPr>
            <p:nvPr/>
          </p:nvSpPr>
          <p:spPr bwMode="hidden">
            <a:xfrm>
              <a:off x="2656" y="1294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6" name="Oval 144"/>
            <p:cNvSpPr>
              <a:spLocks noChangeArrowheads="1"/>
            </p:cNvSpPr>
            <p:nvPr/>
          </p:nvSpPr>
          <p:spPr bwMode="hidden">
            <a:xfrm>
              <a:off x="2501" y="1159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7" name="Oval 145"/>
            <p:cNvSpPr>
              <a:spLocks noChangeArrowheads="1"/>
            </p:cNvSpPr>
            <p:nvPr/>
          </p:nvSpPr>
          <p:spPr bwMode="hidden">
            <a:xfrm>
              <a:off x="2222" y="1101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8" name="Oval 146"/>
            <p:cNvSpPr>
              <a:spLocks noChangeArrowheads="1"/>
            </p:cNvSpPr>
            <p:nvPr/>
          </p:nvSpPr>
          <p:spPr bwMode="hidden">
            <a:xfrm>
              <a:off x="2029" y="1162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9" name="Oval 147"/>
            <p:cNvSpPr>
              <a:spLocks noChangeArrowheads="1"/>
            </p:cNvSpPr>
            <p:nvPr/>
          </p:nvSpPr>
          <p:spPr bwMode="hidden">
            <a:xfrm>
              <a:off x="1875" y="1356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0" name="Oval 148"/>
            <p:cNvSpPr>
              <a:spLocks noChangeArrowheads="1"/>
            </p:cNvSpPr>
            <p:nvPr/>
          </p:nvSpPr>
          <p:spPr bwMode="hidden">
            <a:xfrm>
              <a:off x="1809" y="1223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1" name="Oval 149"/>
            <p:cNvSpPr>
              <a:spLocks noChangeArrowheads="1"/>
            </p:cNvSpPr>
            <p:nvPr/>
          </p:nvSpPr>
          <p:spPr bwMode="hidden">
            <a:xfrm>
              <a:off x="1738" y="1098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2" name="Oval 150"/>
            <p:cNvSpPr>
              <a:spLocks noChangeArrowheads="1"/>
            </p:cNvSpPr>
            <p:nvPr/>
          </p:nvSpPr>
          <p:spPr bwMode="hidden">
            <a:xfrm>
              <a:off x="1583" y="1289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3" name="Oval 151"/>
            <p:cNvSpPr>
              <a:spLocks noChangeArrowheads="1"/>
            </p:cNvSpPr>
            <p:nvPr/>
          </p:nvSpPr>
          <p:spPr bwMode="hidden">
            <a:xfrm>
              <a:off x="1379" y="1343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4" name="Oval 152"/>
            <p:cNvSpPr>
              <a:spLocks noChangeArrowheads="1"/>
            </p:cNvSpPr>
            <p:nvPr/>
          </p:nvSpPr>
          <p:spPr bwMode="hidden">
            <a:xfrm>
              <a:off x="1529" y="1156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5" name="Oval 153"/>
            <p:cNvSpPr>
              <a:spLocks noChangeArrowheads="1"/>
            </p:cNvSpPr>
            <p:nvPr/>
          </p:nvSpPr>
          <p:spPr bwMode="hidden">
            <a:xfrm>
              <a:off x="1294" y="1222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6" name="Oval 154"/>
            <p:cNvSpPr>
              <a:spLocks noChangeArrowheads="1"/>
            </p:cNvSpPr>
            <p:nvPr/>
          </p:nvSpPr>
          <p:spPr bwMode="hidden">
            <a:xfrm>
              <a:off x="1314" y="1112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7" name="Oval 155"/>
            <p:cNvSpPr>
              <a:spLocks noChangeArrowheads="1"/>
            </p:cNvSpPr>
            <p:nvPr/>
          </p:nvSpPr>
          <p:spPr bwMode="hidden">
            <a:xfrm>
              <a:off x="1082" y="1166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8" name="Oval 156"/>
            <p:cNvSpPr>
              <a:spLocks noChangeArrowheads="1"/>
            </p:cNvSpPr>
            <p:nvPr/>
          </p:nvSpPr>
          <p:spPr bwMode="hidden">
            <a:xfrm>
              <a:off x="877" y="1121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9" name="Oval 157"/>
            <p:cNvSpPr>
              <a:spLocks noChangeArrowheads="1"/>
            </p:cNvSpPr>
            <p:nvPr/>
          </p:nvSpPr>
          <p:spPr bwMode="hidden">
            <a:xfrm>
              <a:off x="875" y="1216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0" name="Oval 158"/>
            <p:cNvSpPr>
              <a:spLocks noChangeArrowheads="1"/>
            </p:cNvSpPr>
            <p:nvPr/>
          </p:nvSpPr>
          <p:spPr bwMode="hidden">
            <a:xfrm>
              <a:off x="680" y="1170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1" name="Oval 159"/>
            <p:cNvSpPr>
              <a:spLocks noChangeArrowheads="1"/>
            </p:cNvSpPr>
            <p:nvPr/>
          </p:nvSpPr>
          <p:spPr bwMode="hidden">
            <a:xfrm>
              <a:off x="411" y="1232"/>
              <a:ext cx="111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2" name="Oval 160"/>
            <p:cNvSpPr>
              <a:spLocks noChangeArrowheads="1"/>
            </p:cNvSpPr>
            <p:nvPr/>
          </p:nvSpPr>
          <p:spPr bwMode="hidden">
            <a:xfrm>
              <a:off x="434" y="1100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3" name="Oval 161"/>
            <p:cNvSpPr>
              <a:spLocks noChangeArrowheads="1"/>
            </p:cNvSpPr>
            <p:nvPr/>
          </p:nvSpPr>
          <p:spPr bwMode="hidden">
            <a:xfrm>
              <a:off x="119" y="1312"/>
              <a:ext cx="111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4" name="Oval 162"/>
            <p:cNvSpPr>
              <a:spLocks noChangeArrowheads="1"/>
            </p:cNvSpPr>
            <p:nvPr/>
          </p:nvSpPr>
          <p:spPr bwMode="hidden">
            <a:xfrm>
              <a:off x="858" y="1001"/>
              <a:ext cx="101" cy="3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5" name="Oval 163"/>
            <p:cNvSpPr>
              <a:spLocks noChangeArrowheads="1"/>
            </p:cNvSpPr>
            <p:nvPr/>
          </p:nvSpPr>
          <p:spPr bwMode="hidden">
            <a:xfrm>
              <a:off x="1341" y="1013"/>
              <a:ext cx="101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6" name="Oval 164"/>
            <p:cNvSpPr>
              <a:spLocks noChangeArrowheads="1"/>
            </p:cNvSpPr>
            <p:nvPr/>
          </p:nvSpPr>
          <p:spPr bwMode="hidden">
            <a:xfrm>
              <a:off x="1739" y="1008"/>
              <a:ext cx="101" cy="3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7" name="Oval 165"/>
            <p:cNvSpPr>
              <a:spLocks noChangeArrowheads="1"/>
            </p:cNvSpPr>
            <p:nvPr/>
          </p:nvSpPr>
          <p:spPr bwMode="hidden">
            <a:xfrm>
              <a:off x="2116" y="1001"/>
              <a:ext cx="100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8" name="Oval 166"/>
            <p:cNvSpPr>
              <a:spLocks noChangeArrowheads="1"/>
            </p:cNvSpPr>
            <p:nvPr/>
          </p:nvSpPr>
          <p:spPr bwMode="hidden">
            <a:xfrm>
              <a:off x="2320" y="941"/>
              <a:ext cx="101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9" name="Oval 167"/>
            <p:cNvSpPr>
              <a:spLocks noChangeArrowheads="1"/>
            </p:cNvSpPr>
            <p:nvPr/>
          </p:nvSpPr>
          <p:spPr bwMode="hidden">
            <a:xfrm>
              <a:off x="2601" y="995"/>
              <a:ext cx="101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0" name="Oval 168"/>
            <p:cNvSpPr>
              <a:spLocks noChangeArrowheads="1"/>
            </p:cNvSpPr>
            <p:nvPr/>
          </p:nvSpPr>
          <p:spPr bwMode="hidden">
            <a:xfrm>
              <a:off x="1667" y="1420"/>
              <a:ext cx="106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1" name="Oval 169"/>
            <p:cNvSpPr>
              <a:spLocks noChangeArrowheads="1"/>
            </p:cNvSpPr>
            <p:nvPr/>
          </p:nvSpPr>
          <p:spPr bwMode="hidden">
            <a:xfrm>
              <a:off x="2557" y="1516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2" name="Oval 170"/>
            <p:cNvSpPr>
              <a:spLocks noChangeArrowheads="1"/>
            </p:cNvSpPr>
            <p:nvPr/>
          </p:nvSpPr>
          <p:spPr bwMode="hidden">
            <a:xfrm>
              <a:off x="3619" y="1287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3" name="Oval 171"/>
            <p:cNvSpPr>
              <a:spLocks noChangeArrowheads="1"/>
            </p:cNvSpPr>
            <p:nvPr/>
          </p:nvSpPr>
          <p:spPr bwMode="hidden">
            <a:xfrm>
              <a:off x="3791" y="1212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" name="Oval 172"/>
            <p:cNvSpPr>
              <a:spLocks noChangeArrowheads="1"/>
            </p:cNvSpPr>
            <p:nvPr/>
          </p:nvSpPr>
          <p:spPr bwMode="hidden">
            <a:xfrm>
              <a:off x="2134" y="908"/>
              <a:ext cx="79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5" name="Oval 173"/>
            <p:cNvSpPr>
              <a:spLocks noChangeArrowheads="1"/>
            </p:cNvSpPr>
            <p:nvPr/>
          </p:nvSpPr>
          <p:spPr bwMode="hidden">
            <a:xfrm>
              <a:off x="1264" y="908"/>
              <a:ext cx="79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6" name="Oval 174"/>
            <p:cNvSpPr>
              <a:spLocks noChangeArrowheads="1"/>
            </p:cNvSpPr>
            <p:nvPr/>
          </p:nvSpPr>
          <p:spPr bwMode="hidden">
            <a:xfrm>
              <a:off x="1471" y="869"/>
              <a:ext cx="79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7" name="Oval 175"/>
            <p:cNvSpPr>
              <a:spLocks noChangeArrowheads="1"/>
            </p:cNvSpPr>
            <p:nvPr/>
          </p:nvSpPr>
          <p:spPr bwMode="hidden">
            <a:xfrm>
              <a:off x="1650" y="824"/>
              <a:ext cx="83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8" name="Oval 176"/>
            <p:cNvSpPr>
              <a:spLocks noChangeArrowheads="1"/>
            </p:cNvSpPr>
            <p:nvPr/>
          </p:nvSpPr>
          <p:spPr bwMode="hidden">
            <a:xfrm>
              <a:off x="1918" y="869"/>
              <a:ext cx="84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9" name="Oval 177"/>
            <p:cNvSpPr>
              <a:spLocks noChangeArrowheads="1"/>
            </p:cNvSpPr>
            <p:nvPr/>
          </p:nvSpPr>
          <p:spPr bwMode="hidden">
            <a:xfrm>
              <a:off x="1720" y="923"/>
              <a:ext cx="83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0" name="Oval 178"/>
            <p:cNvSpPr>
              <a:spLocks noChangeArrowheads="1"/>
            </p:cNvSpPr>
            <p:nvPr/>
          </p:nvSpPr>
          <p:spPr bwMode="hidden">
            <a:xfrm>
              <a:off x="1913" y="957"/>
              <a:ext cx="95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1" name="Oval 179"/>
            <p:cNvSpPr>
              <a:spLocks noChangeArrowheads="1"/>
            </p:cNvSpPr>
            <p:nvPr/>
          </p:nvSpPr>
          <p:spPr bwMode="hidden">
            <a:xfrm>
              <a:off x="1541" y="962"/>
              <a:ext cx="89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2" name="Oval 180"/>
            <p:cNvSpPr>
              <a:spLocks noChangeArrowheads="1"/>
            </p:cNvSpPr>
            <p:nvPr/>
          </p:nvSpPr>
          <p:spPr bwMode="hidden">
            <a:xfrm>
              <a:off x="1076" y="953"/>
              <a:ext cx="10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3" name="Oval 181"/>
            <p:cNvSpPr>
              <a:spLocks noChangeArrowheads="1"/>
            </p:cNvSpPr>
            <p:nvPr/>
          </p:nvSpPr>
          <p:spPr bwMode="hidden">
            <a:xfrm>
              <a:off x="1983" y="4027"/>
              <a:ext cx="195" cy="10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4" name="Oval 182"/>
            <p:cNvSpPr>
              <a:spLocks noChangeArrowheads="1"/>
            </p:cNvSpPr>
            <p:nvPr/>
          </p:nvSpPr>
          <p:spPr bwMode="hidden">
            <a:xfrm>
              <a:off x="2460" y="3671"/>
              <a:ext cx="196" cy="11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5" name="Oval 183"/>
            <p:cNvSpPr>
              <a:spLocks noChangeArrowheads="1"/>
            </p:cNvSpPr>
            <p:nvPr/>
          </p:nvSpPr>
          <p:spPr bwMode="hidden">
            <a:xfrm>
              <a:off x="3238" y="3121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6" name="Oval 184"/>
            <p:cNvSpPr>
              <a:spLocks noChangeArrowheads="1"/>
            </p:cNvSpPr>
            <p:nvPr/>
          </p:nvSpPr>
          <p:spPr bwMode="hidden">
            <a:xfrm>
              <a:off x="3550" y="2880"/>
              <a:ext cx="157" cy="89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7" name="Oval 185"/>
            <p:cNvSpPr>
              <a:spLocks noChangeArrowheads="1"/>
            </p:cNvSpPr>
            <p:nvPr/>
          </p:nvSpPr>
          <p:spPr bwMode="hidden">
            <a:xfrm>
              <a:off x="2892" y="3377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8" name="Oval 186"/>
            <p:cNvSpPr>
              <a:spLocks noChangeArrowheads="1"/>
            </p:cNvSpPr>
            <p:nvPr/>
          </p:nvSpPr>
          <p:spPr bwMode="hidden">
            <a:xfrm>
              <a:off x="3869" y="2657"/>
              <a:ext cx="151" cy="84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9" name="Oval 187"/>
            <p:cNvSpPr>
              <a:spLocks noChangeArrowheads="1"/>
            </p:cNvSpPr>
            <p:nvPr/>
          </p:nvSpPr>
          <p:spPr bwMode="hidden">
            <a:xfrm>
              <a:off x="4090" y="2475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0" name="Oval 188"/>
            <p:cNvSpPr>
              <a:spLocks noChangeArrowheads="1"/>
            </p:cNvSpPr>
            <p:nvPr/>
          </p:nvSpPr>
          <p:spPr bwMode="hidden">
            <a:xfrm>
              <a:off x="4327" y="2314"/>
              <a:ext cx="134" cy="7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1" name="Oval 189"/>
            <p:cNvSpPr>
              <a:spLocks noChangeArrowheads="1"/>
            </p:cNvSpPr>
            <p:nvPr/>
          </p:nvSpPr>
          <p:spPr bwMode="hidden">
            <a:xfrm>
              <a:off x="4712" y="202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2" name="Oval 190"/>
            <p:cNvSpPr>
              <a:spLocks noChangeArrowheads="1"/>
            </p:cNvSpPr>
            <p:nvPr/>
          </p:nvSpPr>
          <p:spPr bwMode="hidden">
            <a:xfrm>
              <a:off x="4533" y="2162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3" name="Oval 191"/>
            <p:cNvSpPr>
              <a:spLocks noChangeArrowheads="1"/>
            </p:cNvSpPr>
            <p:nvPr/>
          </p:nvSpPr>
          <p:spPr bwMode="hidden">
            <a:xfrm>
              <a:off x="4863" y="1920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" name="Oval 192"/>
            <p:cNvSpPr>
              <a:spLocks noChangeArrowheads="1"/>
            </p:cNvSpPr>
            <p:nvPr/>
          </p:nvSpPr>
          <p:spPr bwMode="hidden">
            <a:xfrm>
              <a:off x="5009" y="1807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5" name="Oval 193"/>
            <p:cNvSpPr>
              <a:spLocks noChangeArrowheads="1"/>
            </p:cNvSpPr>
            <p:nvPr/>
          </p:nvSpPr>
          <p:spPr bwMode="hidden">
            <a:xfrm>
              <a:off x="5161" y="1702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6" name="Oval 194"/>
            <p:cNvSpPr>
              <a:spLocks noChangeArrowheads="1"/>
            </p:cNvSpPr>
            <p:nvPr/>
          </p:nvSpPr>
          <p:spPr bwMode="hidden">
            <a:xfrm>
              <a:off x="5277" y="1614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7" name="Oval 195"/>
            <p:cNvSpPr>
              <a:spLocks noChangeArrowheads="1"/>
            </p:cNvSpPr>
            <p:nvPr/>
          </p:nvSpPr>
          <p:spPr bwMode="hidden">
            <a:xfrm>
              <a:off x="5398" y="1521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8" name="Oval 196"/>
            <p:cNvSpPr>
              <a:spLocks noChangeArrowheads="1"/>
            </p:cNvSpPr>
            <p:nvPr/>
          </p:nvSpPr>
          <p:spPr bwMode="hidden">
            <a:xfrm>
              <a:off x="3255" y="4071"/>
              <a:ext cx="196" cy="10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9" name="Oval 197"/>
            <p:cNvSpPr>
              <a:spLocks noChangeArrowheads="1"/>
            </p:cNvSpPr>
            <p:nvPr/>
          </p:nvSpPr>
          <p:spPr bwMode="hidden">
            <a:xfrm>
              <a:off x="3651" y="3693"/>
              <a:ext cx="196" cy="11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0" name="Oval 198"/>
            <p:cNvSpPr>
              <a:spLocks noChangeArrowheads="1"/>
            </p:cNvSpPr>
            <p:nvPr/>
          </p:nvSpPr>
          <p:spPr bwMode="hidden">
            <a:xfrm>
              <a:off x="4773" y="3705"/>
              <a:ext cx="201" cy="10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1" name="Oval 199"/>
            <p:cNvSpPr>
              <a:spLocks noChangeArrowheads="1"/>
            </p:cNvSpPr>
            <p:nvPr/>
          </p:nvSpPr>
          <p:spPr bwMode="hidden">
            <a:xfrm>
              <a:off x="4491" y="4049"/>
              <a:ext cx="196" cy="10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2" name="Oval 200"/>
            <p:cNvSpPr>
              <a:spLocks noChangeArrowheads="1"/>
            </p:cNvSpPr>
            <p:nvPr/>
          </p:nvSpPr>
          <p:spPr bwMode="hidden">
            <a:xfrm>
              <a:off x="3989" y="3396"/>
              <a:ext cx="168" cy="9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3" name="Oval 201"/>
            <p:cNvSpPr>
              <a:spLocks noChangeArrowheads="1"/>
            </p:cNvSpPr>
            <p:nvPr/>
          </p:nvSpPr>
          <p:spPr bwMode="hidden">
            <a:xfrm>
              <a:off x="4263" y="3141"/>
              <a:ext cx="167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4" name="Oval 202"/>
            <p:cNvSpPr>
              <a:spLocks noChangeArrowheads="1"/>
            </p:cNvSpPr>
            <p:nvPr/>
          </p:nvSpPr>
          <p:spPr bwMode="hidden">
            <a:xfrm>
              <a:off x="5044" y="3418"/>
              <a:ext cx="167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5" name="Oval 203"/>
            <p:cNvSpPr>
              <a:spLocks noChangeArrowheads="1"/>
            </p:cNvSpPr>
            <p:nvPr/>
          </p:nvSpPr>
          <p:spPr bwMode="hidden">
            <a:xfrm>
              <a:off x="4553" y="2873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" name="Oval 204"/>
            <p:cNvSpPr>
              <a:spLocks noChangeArrowheads="1"/>
            </p:cNvSpPr>
            <p:nvPr/>
          </p:nvSpPr>
          <p:spPr bwMode="hidden">
            <a:xfrm>
              <a:off x="5293" y="3116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7" name="Oval 205"/>
            <p:cNvSpPr>
              <a:spLocks noChangeArrowheads="1"/>
            </p:cNvSpPr>
            <p:nvPr/>
          </p:nvSpPr>
          <p:spPr bwMode="hidden">
            <a:xfrm>
              <a:off x="5497" y="2879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8" name="Oval 206"/>
            <p:cNvSpPr>
              <a:spLocks noChangeArrowheads="1"/>
            </p:cNvSpPr>
            <p:nvPr/>
          </p:nvSpPr>
          <p:spPr bwMode="hidden">
            <a:xfrm>
              <a:off x="4772" y="2673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9" name="Oval 207"/>
            <p:cNvSpPr>
              <a:spLocks noChangeArrowheads="1"/>
            </p:cNvSpPr>
            <p:nvPr/>
          </p:nvSpPr>
          <p:spPr bwMode="hidden">
            <a:xfrm>
              <a:off x="4966" y="2488"/>
              <a:ext cx="156" cy="8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0" name="Oval 208"/>
            <p:cNvSpPr>
              <a:spLocks noChangeArrowheads="1"/>
            </p:cNvSpPr>
            <p:nvPr/>
          </p:nvSpPr>
          <p:spPr bwMode="hidden">
            <a:xfrm>
              <a:off x="5444" y="205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1" name="Oval 209"/>
            <p:cNvSpPr>
              <a:spLocks noChangeArrowheads="1"/>
            </p:cNvSpPr>
            <p:nvPr/>
          </p:nvSpPr>
          <p:spPr bwMode="hidden">
            <a:xfrm>
              <a:off x="5161" y="2314"/>
              <a:ext cx="140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2" name="Oval 210"/>
            <p:cNvSpPr>
              <a:spLocks noChangeArrowheads="1"/>
            </p:cNvSpPr>
            <p:nvPr/>
          </p:nvSpPr>
          <p:spPr bwMode="hidden">
            <a:xfrm>
              <a:off x="5318" y="2176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3" name="Oval 211"/>
            <p:cNvSpPr>
              <a:spLocks noChangeArrowheads="1"/>
            </p:cNvSpPr>
            <p:nvPr/>
          </p:nvSpPr>
          <p:spPr bwMode="hidden">
            <a:xfrm>
              <a:off x="5581" y="1933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4" name="Oval 212"/>
            <p:cNvSpPr>
              <a:spLocks noChangeArrowheads="1"/>
            </p:cNvSpPr>
            <p:nvPr/>
          </p:nvSpPr>
          <p:spPr bwMode="hidden">
            <a:xfrm>
              <a:off x="5689" y="1811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5" name="Oval 213"/>
            <p:cNvSpPr>
              <a:spLocks noChangeArrowheads="1"/>
            </p:cNvSpPr>
            <p:nvPr/>
          </p:nvSpPr>
          <p:spPr bwMode="hidden">
            <a:xfrm>
              <a:off x="5663" y="2680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6" name="Oval 214"/>
            <p:cNvSpPr>
              <a:spLocks noChangeArrowheads="1"/>
            </p:cNvSpPr>
            <p:nvPr/>
          </p:nvSpPr>
          <p:spPr bwMode="hidden">
            <a:xfrm>
              <a:off x="-65" y="2865"/>
              <a:ext cx="150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7" name="Oval 215"/>
            <p:cNvSpPr>
              <a:spLocks noChangeArrowheads="1"/>
            </p:cNvSpPr>
            <p:nvPr/>
          </p:nvSpPr>
          <p:spPr bwMode="hidden">
            <a:xfrm>
              <a:off x="2" y="2477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8" name="Oval 216"/>
            <p:cNvSpPr>
              <a:spLocks noChangeArrowheads="1"/>
            </p:cNvSpPr>
            <p:nvPr/>
          </p:nvSpPr>
          <p:spPr bwMode="hidden">
            <a:xfrm>
              <a:off x="-9" y="1436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9" name="Oval 217"/>
            <p:cNvSpPr>
              <a:spLocks noChangeArrowheads="1"/>
            </p:cNvSpPr>
            <p:nvPr/>
          </p:nvSpPr>
          <p:spPr bwMode="hidden">
            <a:xfrm>
              <a:off x="5624" y="4010"/>
              <a:ext cx="201" cy="10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45690" name="Rectangle 218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44675"/>
            <a:ext cx="77724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745691" name="Rectangle 219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220" name="Rectangle 220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Linux+ Guide to Linux Certification, Second Edition</a:t>
            </a:r>
          </a:p>
        </p:txBody>
      </p:sp>
      <p:sp>
        <p:nvSpPr>
          <p:cNvPr id="221" name="Rectangle 221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222" name="Rectangle 22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03B911-60C5-40E3-BFDF-038A9038A530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4159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 smtClean="0"/>
              <a:t>Click to edit Master text styles</a:t>
            </a:r>
          </a:p>
          <a:p>
            <a:pPr lvl="1"/>
            <a:r>
              <a:rPr lang="en-US" noProof="1" smtClean="0"/>
              <a:t>Second level</a:t>
            </a:r>
          </a:p>
          <a:p>
            <a:pPr lvl="2"/>
            <a:r>
              <a:rPr lang="en-US" noProof="1" smtClean="0"/>
              <a:t>Third level</a:t>
            </a:r>
          </a:p>
          <a:p>
            <a:pPr lvl="3"/>
            <a:r>
              <a:rPr lang="en-US" noProof="1" smtClean="0"/>
              <a:t>Fourth level</a:t>
            </a:r>
          </a:p>
          <a:p>
            <a:pPr lvl="4"/>
            <a:r>
              <a:rPr lang="en-US" noProof="1" smtClean="0"/>
              <a:t>Fifth level</a:t>
            </a:r>
            <a:endParaRPr lang="en-US" noProof="1"/>
          </a:p>
        </p:txBody>
      </p:sp>
      <p:sp>
        <p:nvSpPr>
          <p:cNvPr id="4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358C44-FF10-407F-8516-CE8E9CFABA30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Linux+ Guide to Linux Certification, Second Edition</a:t>
            </a:r>
          </a:p>
        </p:txBody>
      </p:sp>
    </p:spTree>
    <p:extLst>
      <p:ext uri="{BB962C8B-B14F-4D97-AF65-F5344CB8AC3E}">
        <p14:creationId xmlns:p14="http://schemas.microsoft.com/office/powerpoint/2010/main" val="36315615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noProof="1" smtClean="0"/>
              <a:t>Click to edit Master text styles</a:t>
            </a:r>
          </a:p>
        </p:txBody>
      </p:sp>
      <p:sp>
        <p:nvSpPr>
          <p:cNvPr id="4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688619-83B3-4F71-AD31-34F8924C8A3D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Linux+ Guide to Linux Certification, Second Edition</a:t>
            </a:r>
          </a:p>
        </p:txBody>
      </p:sp>
    </p:spTree>
    <p:extLst>
      <p:ext uri="{BB962C8B-B14F-4D97-AF65-F5344CB8AC3E}">
        <p14:creationId xmlns:p14="http://schemas.microsoft.com/office/powerpoint/2010/main" val="2784884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39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1" smtClean="0"/>
              <a:t>Click to edit Master text styles</a:t>
            </a:r>
          </a:p>
          <a:p>
            <a:pPr lvl="1"/>
            <a:r>
              <a:rPr lang="en-US" noProof="1" smtClean="0"/>
              <a:t>Second level</a:t>
            </a:r>
          </a:p>
          <a:p>
            <a:pPr lvl="2"/>
            <a:r>
              <a:rPr lang="en-US" noProof="1" smtClean="0"/>
              <a:t>Third level</a:t>
            </a:r>
          </a:p>
          <a:p>
            <a:pPr lvl="3"/>
            <a:r>
              <a:rPr lang="en-US" noProof="1" smtClean="0"/>
              <a:t>Fourth level</a:t>
            </a:r>
          </a:p>
          <a:p>
            <a:pPr lvl="4"/>
            <a:r>
              <a:rPr lang="en-US" noProof="1" smtClean="0"/>
              <a:t>Fifth level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39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1" smtClean="0"/>
              <a:t>Click to edit Master text styles</a:t>
            </a:r>
          </a:p>
          <a:p>
            <a:pPr lvl="1"/>
            <a:r>
              <a:rPr lang="en-US" noProof="1" smtClean="0"/>
              <a:t>Second level</a:t>
            </a:r>
          </a:p>
          <a:p>
            <a:pPr lvl="2"/>
            <a:r>
              <a:rPr lang="en-US" noProof="1" smtClean="0"/>
              <a:t>Third level</a:t>
            </a:r>
          </a:p>
          <a:p>
            <a:pPr lvl="3"/>
            <a:r>
              <a:rPr lang="en-US" noProof="1" smtClean="0"/>
              <a:t>Fourth level</a:t>
            </a:r>
          </a:p>
          <a:p>
            <a:pPr lvl="4"/>
            <a:r>
              <a:rPr lang="en-US" noProof="1" smtClean="0"/>
              <a:t>Fifth level</a:t>
            </a:r>
            <a:endParaRPr lang="en-US" noProof="1"/>
          </a:p>
        </p:txBody>
      </p:sp>
      <p:sp>
        <p:nvSpPr>
          <p:cNvPr id="5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AE1D5F-3900-43C2-9050-11DD42856DAB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Linux+ Guide to Linux Certification, Second Edition</a:t>
            </a:r>
          </a:p>
        </p:txBody>
      </p:sp>
    </p:spTree>
    <p:extLst>
      <p:ext uri="{BB962C8B-B14F-4D97-AF65-F5344CB8AC3E}">
        <p14:creationId xmlns:p14="http://schemas.microsoft.com/office/powerpoint/2010/main" val="15171448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1" smtClean="0"/>
              <a:t>Click to edit Master text styles</a:t>
            </a:r>
          </a:p>
          <a:p>
            <a:pPr lvl="1"/>
            <a:r>
              <a:rPr lang="en-US" noProof="1" smtClean="0"/>
              <a:t>Second level</a:t>
            </a:r>
          </a:p>
          <a:p>
            <a:pPr lvl="2"/>
            <a:r>
              <a:rPr lang="en-US" noProof="1" smtClean="0"/>
              <a:t>Third level</a:t>
            </a:r>
          </a:p>
          <a:p>
            <a:pPr lvl="3"/>
            <a:r>
              <a:rPr lang="en-US" noProof="1" smtClean="0"/>
              <a:t>Fourth level</a:t>
            </a:r>
          </a:p>
          <a:p>
            <a:pPr lvl="4"/>
            <a:r>
              <a:rPr lang="en-US" noProof="1" smtClean="0"/>
              <a:t>Fifth level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1" smtClean="0"/>
              <a:t>Click to edit Master text styles</a:t>
            </a:r>
          </a:p>
          <a:p>
            <a:pPr lvl="1"/>
            <a:r>
              <a:rPr lang="en-US" noProof="1" smtClean="0"/>
              <a:t>Second level</a:t>
            </a:r>
          </a:p>
          <a:p>
            <a:pPr lvl="2"/>
            <a:r>
              <a:rPr lang="en-US" noProof="1" smtClean="0"/>
              <a:t>Third level</a:t>
            </a:r>
          </a:p>
          <a:p>
            <a:pPr lvl="3"/>
            <a:r>
              <a:rPr lang="en-US" noProof="1" smtClean="0"/>
              <a:t>Fourth level</a:t>
            </a:r>
          </a:p>
          <a:p>
            <a:pPr lvl="4"/>
            <a:r>
              <a:rPr lang="en-US" noProof="1" smtClean="0"/>
              <a:t>Fifth level</a:t>
            </a:r>
            <a:endParaRPr lang="en-US" noProof="1"/>
          </a:p>
        </p:txBody>
      </p:sp>
      <p:sp>
        <p:nvSpPr>
          <p:cNvPr id="7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416F5A-28A3-4134-890D-5D50E52B1920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8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Linux+ Guide to Linux Certification, Second Edition</a:t>
            </a:r>
          </a:p>
        </p:txBody>
      </p:sp>
    </p:spTree>
    <p:extLst>
      <p:ext uri="{BB962C8B-B14F-4D97-AF65-F5344CB8AC3E}">
        <p14:creationId xmlns:p14="http://schemas.microsoft.com/office/powerpoint/2010/main" val="355789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3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9B96A8-8932-468C-9F84-0F1DDDF4C620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Linux+ Guide to Linux Certification, Second Edition</a:t>
            </a:r>
          </a:p>
        </p:txBody>
      </p:sp>
    </p:spTree>
    <p:extLst>
      <p:ext uri="{BB962C8B-B14F-4D97-AF65-F5344CB8AC3E}">
        <p14:creationId xmlns:p14="http://schemas.microsoft.com/office/powerpoint/2010/main" val="12455455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1D7A2C-60BB-45F7-8253-D0DDB9F0C5E2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Linux+ Guide to Linux Certification, Second Edition</a:t>
            </a:r>
          </a:p>
        </p:txBody>
      </p:sp>
    </p:spTree>
    <p:extLst>
      <p:ext uri="{BB962C8B-B14F-4D97-AF65-F5344CB8AC3E}">
        <p14:creationId xmlns:p14="http://schemas.microsoft.com/office/powerpoint/2010/main" val="23674804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 smtClean="0"/>
              <a:t>Click to edit Master text styles</a:t>
            </a:r>
          </a:p>
          <a:p>
            <a:pPr lvl="1"/>
            <a:r>
              <a:rPr lang="en-US" noProof="1" smtClean="0"/>
              <a:t>Second level</a:t>
            </a:r>
          </a:p>
          <a:p>
            <a:pPr lvl="2"/>
            <a:r>
              <a:rPr lang="en-US" noProof="1" smtClean="0"/>
              <a:t>Third level</a:t>
            </a:r>
          </a:p>
          <a:p>
            <a:pPr lvl="3"/>
            <a:r>
              <a:rPr lang="en-US" noProof="1" smtClean="0"/>
              <a:t>Fourth level</a:t>
            </a:r>
          </a:p>
          <a:p>
            <a:pPr lvl="4"/>
            <a:r>
              <a:rPr lang="en-US" noProof="1" smtClean="0"/>
              <a:t>Fifth level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1" smtClean="0"/>
              <a:t>Click to edit Master text styles</a:t>
            </a:r>
          </a:p>
        </p:txBody>
      </p:sp>
      <p:sp>
        <p:nvSpPr>
          <p:cNvPr id="5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4C4213-C733-4B9D-B694-881D4FA8C0AC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Linux+ Guide to Linux Certification, Second Edition</a:t>
            </a:r>
          </a:p>
        </p:txBody>
      </p:sp>
    </p:spTree>
    <p:extLst>
      <p:ext uri="{BB962C8B-B14F-4D97-AF65-F5344CB8AC3E}">
        <p14:creationId xmlns:p14="http://schemas.microsoft.com/office/powerpoint/2010/main" val="7746078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1" smtClean="0"/>
              <a:t>Click to edit Master text styles</a:t>
            </a:r>
          </a:p>
        </p:txBody>
      </p:sp>
      <p:sp>
        <p:nvSpPr>
          <p:cNvPr id="5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CE9C10-C180-4DA8-B49F-D9AE81F62F02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Linux+ Guide to Linux Certification, Second Edition</a:t>
            </a:r>
          </a:p>
        </p:txBody>
      </p:sp>
    </p:spTree>
    <p:extLst>
      <p:ext uri="{BB962C8B-B14F-4D97-AF65-F5344CB8AC3E}">
        <p14:creationId xmlns:p14="http://schemas.microsoft.com/office/powerpoint/2010/main" val="27614398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 smtClean="0"/>
              <a:t>Click to edit Master text styles</a:t>
            </a:r>
          </a:p>
          <a:p>
            <a:pPr lvl="1"/>
            <a:r>
              <a:rPr lang="en-US" noProof="1" smtClean="0"/>
              <a:t>Second level</a:t>
            </a:r>
          </a:p>
          <a:p>
            <a:pPr lvl="2"/>
            <a:r>
              <a:rPr lang="en-US" noProof="1" smtClean="0"/>
              <a:t>Third level</a:t>
            </a:r>
          </a:p>
          <a:p>
            <a:pPr lvl="3"/>
            <a:r>
              <a:rPr lang="en-US" noProof="1" smtClean="0"/>
              <a:t>Fourth level</a:t>
            </a:r>
          </a:p>
          <a:p>
            <a:pPr lvl="4"/>
            <a:r>
              <a:rPr lang="en-US" noProof="1" smtClean="0"/>
              <a:t>Fifth level</a:t>
            </a:r>
            <a:endParaRPr lang="en-US" noProof="1"/>
          </a:p>
        </p:txBody>
      </p:sp>
      <p:sp>
        <p:nvSpPr>
          <p:cNvPr id="4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654F7F-97DE-489B-99E8-E098E25C36DD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Linux+ Guide to Linux Certification, Second Edition</a:t>
            </a:r>
          </a:p>
        </p:txBody>
      </p:sp>
    </p:spTree>
    <p:extLst>
      <p:ext uri="{BB962C8B-B14F-4D97-AF65-F5344CB8AC3E}">
        <p14:creationId xmlns:p14="http://schemas.microsoft.com/office/powerpoint/2010/main" val="11074311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9462"/>
          </a:xfrm>
        </p:spPr>
        <p:txBody>
          <a:bodyPr vert="eaVert"/>
          <a:lstStyle/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9462"/>
          </a:xfrm>
        </p:spPr>
        <p:txBody>
          <a:bodyPr vert="eaVert"/>
          <a:lstStyle/>
          <a:p>
            <a:pPr lvl="0"/>
            <a:r>
              <a:rPr lang="en-US" noProof="1" smtClean="0"/>
              <a:t>Click to edit Master text styles</a:t>
            </a:r>
          </a:p>
          <a:p>
            <a:pPr lvl="1"/>
            <a:r>
              <a:rPr lang="en-US" noProof="1" smtClean="0"/>
              <a:t>Second level</a:t>
            </a:r>
          </a:p>
          <a:p>
            <a:pPr lvl="2"/>
            <a:r>
              <a:rPr lang="en-US" noProof="1" smtClean="0"/>
              <a:t>Third level</a:t>
            </a:r>
          </a:p>
          <a:p>
            <a:pPr lvl="3"/>
            <a:r>
              <a:rPr lang="en-US" noProof="1" smtClean="0"/>
              <a:t>Fourth level</a:t>
            </a:r>
          </a:p>
          <a:p>
            <a:pPr lvl="4"/>
            <a:r>
              <a:rPr lang="en-US" noProof="1" smtClean="0"/>
              <a:t>Fifth level</a:t>
            </a:r>
            <a:endParaRPr lang="en-US" noProof="1"/>
          </a:p>
        </p:txBody>
      </p:sp>
      <p:sp>
        <p:nvSpPr>
          <p:cNvPr id="4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906CC-C1BD-493C-9DC0-F1FFB89CE47B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Linux+ Guide to Linux Certification, Second Edition</a:t>
            </a:r>
          </a:p>
        </p:txBody>
      </p:sp>
    </p:spTree>
    <p:extLst>
      <p:ext uri="{BB962C8B-B14F-4D97-AF65-F5344CB8AC3E}">
        <p14:creationId xmlns:p14="http://schemas.microsoft.com/office/powerpoint/2010/main" val="4183665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0">
          <a:gsLst>
            <a:gs pos="0">
              <a:schemeClr val="bg1"/>
            </a:gs>
            <a:gs pos="100000">
              <a:srgbClr val="2F2F47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-496888" y="1308100"/>
            <a:ext cx="10429876" cy="5908675"/>
            <a:chOff x="-313" y="824"/>
            <a:chExt cx="6570" cy="3722"/>
          </a:xfrm>
        </p:grpSpPr>
        <p:sp>
          <p:nvSpPr>
            <p:cNvPr id="1031" name="Rectangle 3"/>
            <p:cNvSpPr>
              <a:spLocks noChangeArrowheads="1"/>
            </p:cNvSpPr>
            <p:nvPr userDrawn="1"/>
          </p:nvSpPr>
          <p:spPr bwMode="auto">
            <a:xfrm rot="20798144" flipV="1">
              <a:off x="-14" y="1033"/>
              <a:ext cx="1744" cy="6"/>
            </a:xfrm>
            <a:prstGeom prst="rect">
              <a:avLst/>
            </a:prstGeom>
            <a:gradFill rotWithShape="0">
              <a:gsLst>
                <a:gs pos="0">
                  <a:srgbClr val="5D5D8B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32" name="Rectangle 4"/>
            <p:cNvSpPr>
              <a:spLocks noChangeArrowheads="1"/>
            </p:cNvSpPr>
            <p:nvPr userDrawn="1"/>
          </p:nvSpPr>
          <p:spPr bwMode="auto">
            <a:xfrm rot="20774366" flipV="1">
              <a:off x="-24" y="1127"/>
              <a:ext cx="2033" cy="6"/>
            </a:xfrm>
            <a:prstGeom prst="rect">
              <a:avLst/>
            </a:prstGeom>
            <a:gradFill rotWithShape="0">
              <a:gsLst>
                <a:gs pos="0">
                  <a:srgbClr val="5D5D8B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33" name="Rectangle 5"/>
            <p:cNvSpPr>
              <a:spLocks noChangeArrowheads="1"/>
            </p:cNvSpPr>
            <p:nvPr userDrawn="1"/>
          </p:nvSpPr>
          <p:spPr bwMode="auto">
            <a:xfrm rot="20757421" flipV="1">
              <a:off x="-27" y="1198"/>
              <a:ext cx="2246" cy="6"/>
            </a:xfrm>
            <a:prstGeom prst="rect">
              <a:avLst/>
            </a:prstGeom>
            <a:gradFill rotWithShape="0">
              <a:gsLst>
                <a:gs pos="0">
                  <a:srgbClr val="5D5D8B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34" name="Rectangle 6"/>
            <p:cNvSpPr>
              <a:spLocks noChangeArrowheads="1"/>
            </p:cNvSpPr>
            <p:nvPr userDrawn="1"/>
          </p:nvSpPr>
          <p:spPr bwMode="auto">
            <a:xfrm rot="20684206" flipV="1">
              <a:off x="-43" y="1283"/>
              <a:ext cx="2476" cy="6"/>
            </a:xfrm>
            <a:prstGeom prst="rect">
              <a:avLst/>
            </a:prstGeom>
            <a:gradFill rotWithShape="0">
              <a:gsLst>
                <a:gs pos="0">
                  <a:srgbClr val="5D5D8B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35" name="Rectangle 7"/>
            <p:cNvSpPr>
              <a:spLocks noChangeArrowheads="1"/>
            </p:cNvSpPr>
            <p:nvPr userDrawn="1"/>
          </p:nvSpPr>
          <p:spPr bwMode="auto">
            <a:xfrm rot="20631226" flipV="1">
              <a:off x="-51" y="1397"/>
              <a:ext cx="2770" cy="6"/>
            </a:xfrm>
            <a:prstGeom prst="rect">
              <a:avLst/>
            </a:prstGeom>
            <a:gradFill rotWithShape="0">
              <a:gsLst>
                <a:gs pos="0">
                  <a:srgbClr val="5D5D8B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36" name="Rectangle 8"/>
            <p:cNvSpPr>
              <a:spLocks noChangeArrowheads="1"/>
            </p:cNvSpPr>
            <p:nvPr userDrawn="1"/>
          </p:nvSpPr>
          <p:spPr bwMode="auto">
            <a:xfrm rot="20554235" flipV="1">
              <a:off x="-65" y="1523"/>
              <a:ext cx="3058" cy="6"/>
            </a:xfrm>
            <a:prstGeom prst="rect">
              <a:avLst/>
            </a:prstGeom>
            <a:gradFill rotWithShape="0">
              <a:gsLst>
                <a:gs pos="0">
                  <a:srgbClr val="5D5D8B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37" name="Rectangle 9"/>
            <p:cNvSpPr>
              <a:spLocks noChangeArrowheads="1"/>
            </p:cNvSpPr>
            <p:nvPr userDrawn="1"/>
          </p:nvSpPr>
          <p:spPr bwMode="auto">
            <a:xfrm rot="20466593" flipV="1">
              <a:off x="-93" y="1694"/>
              <a:ext cx="3403" cy="6"/>
            </a:xfrm>
            <a:prstGeom prst="rect">
              <a:avLst/>
            </a:prstGeom>
            <a:gradFill rotWithShape="0">
              <a:gsLst>
                <a:gs pos="0">
                  <a:srgbClr val="5D5D8B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38" name="Rectangle 10"/>
            <p:cNvSpPr>
              <a:spLocks noChangeArrowheads="1"/>
            </p:cNvSpPr>
            <p:nvPr userDrawn="1"/>
          </p:nvSpPr>
          <p:spPr bwMode="auto">
            <a:xfrm rot="20343219" flipV="1">
              <a:off x="-99" y="1863"/>
              <a:ext cx="374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565682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39" name="Rectangle 11"/>
            <p:cNvSpPr>
              <a:spLocks noChangeArrowheads="1"/>
            </p:cNvSpPr>
            <p:nvPr userDrawn="1"/>
          </p:nvSpPr>
          <p:spPr bwMode="auto">
            <a:xfrm rot="20211065" flipV="1">
              <a:off x="-165" y="2053"/>
              <a:ext cx="420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4D4D74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40" name="Rectangle 12"/>
            <p:cNvSpPr>
              <a:spLocks noChangeArrowheads="1"/>
            </p:cNvSpPr>
            <p:nvPr userDrawn="1"/>
          </p:nvSpPr>
          <p:spPr bwMode="auto">
            <a:xfrm rot="20102912" flipV="1">
              <a:off x="-214" y="2289"/>
              <a:ext cx="4612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47476B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41" name="Rectangle 13"/>
            <p:cNvSpPr>
              <a:spLocks noChangeArrowheads="1"/>
            </p:cNvSpPr>
            <p:nvPr userDrawn="1"/>
          </p:nvSpPr>
          <p:spPr bwMode="auto">
            <a:xfrm rot="19923405" flipV="1">
              <a:off x="-313" y="2617"/>
              <a:ext cx="5200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3E3E5D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42" name="Rectangle 14"/>
            <p:cNvSpPr>
              <a:spLocks noChangeArrowheads="1"/>
            </p:cNvSpPr>
            <p:nvPr userDrawn="1"/>
          </p:nvSpPr>
          <p:spPr bwMode="auto">
            <a:xfrm rot="19686284" flipV="1">
              <a:off x="9" y="2881"/>
              <a:ext cx="5401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2F2F47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43" name="Rectangle 15"/>
            <p:cNvSpPr>
              <a:spLocks noChangeArrowheads="1"/>
            </p:cNvSpPr>
            <p:nvPr userDrawn="1"/>
          </p:nvSpPr>
          <p:spPr bwMode="auto">
            <a:xfrm rot="19383534" flipV="1">
              <a:off x="1319" y="2928"/>
              <a:ext cx="4612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1F1F2E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44" name="Rectangle 16"/>
            <p:cNvSpPr>
              <a:spLocks noChangeArrowheads="1"/>
            </p:cNvSpPr>
            <p:nvPr userDrawn="1"/>
          </p:nvSpPr>
          <p:spPr bwMode="auto">
            <a:xfrm rot="18994182" flipV="1">
              <a:off x="2681" y="3071"/>
              <a:ext cx="357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030305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45" name="Rectangle 17"/>
            <p:cNvSpPr>
              <a:spLocks noChangeArrowheads="1"/>
            </p:cNvSpPr>
            <p:nvPr userDrawn="1"/>
          </p:nvSpPr>
          <p:spPr bwMode="auto">
            <a:xfrm rot="18603245" flipV="1">
              <a:off x="4053" y="3501"/>
              <a:ext cx="207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000000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 vert="eaVert"/>
            <a:lstStyle/>
            <a:p>
              <a:pPr algn="ctr" eaLnBrk="1" hangingPunct="1">
                <a:defRPr/>
              </a:pPr>
              <a:endParaRPr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46" name="Rectangle 18"/>
            <p:cNvSpPr>
              <a:spLocks noChangeArrowheads="1"/>
            </p:cNvSpPr>
            <p:nvPr userDrawn="1"/>
          </p:nvSpPr>
          <p:spPr bwMode="auto">
            <a:xfrm rot="-3208425" flipH="1" flipV="1">
              <a:off x="5368" y="4165"/>
              <a:ext cx="501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000000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 vert="eaVert"/>
            <a:lstStyle/>
            <a:p>
              <a:pPr algn="ctr" eaLnBrk="1" hangingPunct="1">
                <a:defRPr/>
              </a:pPr>
              <a:endParaRPr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744467" name="Rectangle 19"/>
            <p:cNvSpPr>
              <a:spLocks noChangeArrowheads="1"/>
            </p:cNvSpPr>
            <p:nvPr/>
          </p:nvSpPr>
          <p:spPr bwMode="hidden">
            <a:xfrm rot="-20541361">
              <a:off x="-146" y="2360"/>
              <a:ext cx="604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744468" name="Rectangle 20"/>
            <p:cNvSpPr>
              <a:spLocks noChangeArrowheads="1"/>
            </p:cNvSpPr>
            <p:nvPr/>
          </p:nvSpPr>
          <p:spPr bwMode="hidden">
            <a:xfrm rot="-20036206">
              <a:off x="-198" y="3396"/>
              <a:ext cx="4142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3529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744469" name="Rectangle 21"/>
            <p:cNvSpPr>
              <a:spLocks noChangeArrowheads="1"/>
            </p:cNvSpPr>
            <p:nvPr/>
          </p:nvSpPr>
          <p:spPr bwMode="hidden">
            <a:xfrm rot="1732981">
              <a:off x="-165" y="3624"/>
              <a:ext cx="280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3529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744470" name="Rectangle 22"/>
            <p:cNvSpPr>
              <a:spLocks noChangeArrowheads="1"/>
            </p:cNvSpPr>
            <p:nvPr/>
          </p:nvSpPr>
          <p:spPr bwMode="hidden">
            <a:xfrm rot="1969083">
              <a:off x="-110" y="3922"/>
              <a:ext cx="1400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744471" name="Rectangle 23"/>
            <p:cNvSpPr>
              <a:spLocks noChangeArrowheads="1"/>
            </p:cNvSpPr>
            <p:nvPr/>
          </p:nvSpPr>
          <p:spPr bwMode="hidden">
            <a:xfrm rot="-20213826">
              <a:off x="-216" y="3221"/>
              <a:ext cx="5477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862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744472" name="Rectangle 24"/>
            <p:cNvSpPr>
              <a:spLocks noChangeArrowheads="1"/>
            </p:cNvSpPr>
            <p:nvPr/>
          </p:nvSpPr>
          <p:spPr bwMode="hidden">
            <a:xfrm rot="22583969">
              <a:off x="-115" y="2129"/>
              <a:ext cx="601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7647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53" name="Rectangle 25"/>
            <p:cNvSpPr>
              <a:spLocks noChangeArrowheads="1"/>
            </p:cNvSpPr>
            <p:nvPr userDrawn="1"/>
          </p:nvSpPr>
          <p:spPr bwMode="auto">
            <a:xfrm rot="930109" flipV="1">
              <a:off x="80" y="1946"/>
              <a:ext cx="575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3E3E5D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744474" name="Rectangle 26"/>
            <p:cNvSpPr>
              <a:spLocks noChangeArrowheads="1"/>
            </p:cNvSpPr>
            <p:nvPr/>
          </p:nvSpPr>
          <p:spPr bwMode="hidden">
            <a:xfrm rot="-20731987">
              <a:off x="374" y="1802"/>
              <a:ext cx="5475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744475" name="Rectangle 27"/>
            <p:cNvSpPr>
              <a:spLocks noChangeArrowheads="1"/>
            </p:cNvSpPr>
            <p:nvPr/>
          </p:nvSpPr>
          <p:spPr bwMode="hidden">
            <a:xfrm rot="-64024402">
              <a:off x="848" y="1582"/>
              <a:ext cx="497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744476" name="Rectangle 28"/>
            <p:cNvSpPr>
              <a:spLocks noChangeArrowheads="1"/>
            </p:cNvSpPr>
            <p:nvPr/>
          </p:nvSpPr>
          <p:spPr bwMode="hidden">
            <a:xfrm rot="-42464612">
              <a:off x="1053" y="1476"/>
              <a:ext cx="475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744477" name="Rectangle 29"/>
            <p:cNvSpPr>
              <a:spLocks noChangeArrowheads="1"/>
            </p:cNvSpPr>
            <p:nvPr/>
          </p:nvSpPr>
          <p:spPr bwMode="hidden">
            <a:xfrm rot="-20907336">
              <a:off x="1244" y="1377"/>
              <a:ext cx="4557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58" name="Rectangle 30"/>
            <p:cNvSpPr>
              <a:spLocks noChangeArrowheads="1"/>
            </p:cNvSpPr>
            <p:nvPr userDrawn="1"/>
          </p:nvSpPr>
          <p:spPr bwMode="auto">
            <a:xfrm rot="655690" flipV="1">
              <a:off x="1487" y="1305"/>
              <a:ext cx="431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444466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59" name="Rectangle 31"/>
            <p:cNvSpPr>
              <a:spLocks noChangeArrowheads="1"/>
            </p:cNvSpPr>
            <p:nvPr userDrawn="1"/>
          </p:nvSpPr>
          <p:spPr bwMode="auto">
            <a:xfrm rot="636921" flipV="1">
              <a:off x="1650" y="1218"/>
              <a:ext cx="415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444466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60" name="Rectangle 32"/>
            <p:cNvSpPr>
              <a:spLocks noChangeArrowheads="1"/>
            </p:cNvSpPr>
            <p:nvPr userDrawn="1"/>
          </p:nvSpPr>
          <p:spPr bwMode="auto">
            <a:xfrm rot="803987" flipV="1">
              <a:off x="611" y="1684"/>
              <a:ext cx="520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3E3E5D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61" name="Rectangle 33"/>
            <p:cNvSpPr>
              <a:spLocks noChangeArrowheads="1"/>
            </p:cNvSpPr>
            <p:nvPr userDrawn="1"/>
          </p:nvSpPr>
          <p:spPr bwMode="auto">
            <a:xfrm rot="1273217" flipV="1">
              <a:off x="-204" y="2976"/>
              <a:ext cx="6150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383853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62" name="Rectangle 34"/>
            <p:cNvSpPr>
              <a:spLocks noChangeArrowheads="1"/>
            </p:cNvSpPr>
            <p:nvPr userDrawn="1"/>
          </p:nvSpPr>
          <p:spPr bwMode="auto">
            <a:xfrm rot="1169729" flipV="1">
              <a:off x="-174" y="2663"/>
              <a:ext cx="610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34344F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744483" name="Oval 35"/>
            <p:cNvSpPr>
              <a:spLocks noChangeArrowheads="1"/>
            </p:cNvSpPr>
            <p:nvPr/>
          </p:nvSpPr>
          <p:spPr bwMode="hidden">
            <a:xfrm>
              <a:off x="740" y="3359"/>
              <a:ext cx="168" cy="9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484" name="Oval 36"/>
            <p:cNvSpPr>
              <a:spLocks noChangeArrowheads="1"/>
            </p:cNvSpPr>
            <p:nvPr/>
          </p:nvSpPr>
          <p:spPr bwMode="hidden">
            <a:xfrm>
              <a:off x="236" y="3074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485" name="Oval 37"/>
            <p:cNvSpPr>
              <a:spLocks noChangeArrowheads="1"/>
            </p:cNvSpPr>
            <p:nvPr/>
          </p:nvSpPr>
          <p:spPr bwMode="hidden">
            <a:xfrm>
              <a:off x="159" y="3652"/>
              <a:ext cx="196" cy="10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486" name="Oval 38"/>
            <p:cNvSpPr>
              <a:spLocks noChangeArrowheads="1"/>
            </p:cNvSpPr>
            <p:nvPr/>
          </p:nvSpPr>
          <p:spPr bwMode="hidden">
            <a:xfrm>
              <a:off x="2077" y="2661"/>
              <a:ext cx="156" cy="8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487" name="Oval 39"/>
            <p:cNvSpPr>
              <a:spLocks noChangeArrowheads="1"/>
            </p:cNvSpPr>
            <p:nvPr/>
          </p:nvSpPr>
          <p:spPr bwMode="hidden">
            <a:xfrm>
              <a:off x="1223" y="3076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488" name="Oval 40"/>
            <p:cNvSpPr>
              <a:spLocks noChangeArrowheads="1"/>
            </p:cNvSpPr>
            <p:nvPr/>
          </p:nvSpPr>
          <p:spPr bwMode="hidden">
            <a:xfrm>
              <a:off x="1686" y="2857"/>
              <a:ext cx="156" cy="9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489" name="Oval 41"/>
            <p:cNvSpPr>
              <a:spLocks noChangeArrowheads="1"/>
            </p:cNvSpPr>
            <p:nvPr/>
          </p:nvSpPr>
          <p:spPr bwMode="hidden">
            <a:xfrm>
              <a:off x="750" y="2839"/>
              <a:ext cx="151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490" name="Oval 42"/>
            <p:cNvSpPr>
              <a:spLocks noChangeArrowheads="1"/>
            </p:cNvSpPr>
            <p:nvPr/>
          </p:nvSpPr>
          <p:spPr bwMode="hidden">
            <a:xfrm>
              <a:off x="367" y="2656"/>
              <a:ext cx="150" cy="8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491" name="Oval 43"/>
            <p:cNvSpPr>
              <a:spLocks noChangeArrowheads="1"/>
            </p:cNvSpPr>
            <p:nvPr/>
          </p:nvSpPr>
          <p:spPr bwMode="hidden">
            <a:xfrm>
              <a:off x="1172" y="2642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492" name="Oval 44"/>
            <p:cNvSpPr>
              <a:spLocks noChangeArrowheads="1"/>
            </p:cNvSpPr>
            <p:nvPr/>
          </p:nvSpPr>
          <p:spPr bwMode="hidden">
            <a:xfrm>
              <a:off x="2401" y="2485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493" name="Oval 45"/>
            <p:cNvSpPr>
              <a:spLocks noChangeArrowheads="1"/>
            </p:cNvSpPr>
            <p:nvPr/>
          </p:nvSpPr>
          <p:spPr bwMode="hidden">
            <a:xfrm>
              <a:off x="1910" y="2314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494" name="Oval 46"/>
            <p:cNvSpPr>
              <a:spLocks noChangeArrowheads="1"/>
            </p:cNvSpPr>
            <p:nvPr/>
          </p:nvSpPr>
          <p:spPr bwMode="hidden">
            <a:xfrm>
              <a:off x="2254" y="2154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495" name="Oval 47"/>
            <p:cNvSpPr>
              <a:spLocks noChangeArrowheads="1"/>
            </p:cNvSpPr>
            <p:nvPr/>
          </p:nvSpPr>
          <p:spPr bwMode="hidden">
            <a:xfrm>
              <a:off x="2742" y="2305"/>
              <a:ext cx="140" cy="7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496" name="Oval 48"/>
            <p:cNvSpPr>
              <a:spLocks noChangeArrowheads="1"/>
            </p:cNvSpPr>
            <p:nvPr/>
          </p:nvSpPr>
          <p:spPr bwMode="hidden">
            <a:xfrm>
              <a:off x="2812" y="1898"/>
              <a:ext cx="12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497" name="Oval 49"/>
            <p:cNvSpPr>
              <a:spLocks noChangeArrowheads="1"/>
            </p:cNvSpPr>
            <p:nvPr/>
          </p:nvSpPr>
          <p:spPr bwMode="hidden">
            <a:xfrm>
              <a:off x="3721" y="1792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498" name="Oval 50"/>
            <p:cNvSpPr>
              <a:spLocks noChangeArrowheads="1"/>
            </p:cNvSpPr>
            <p:nvPr/>
          </p:nvSpPr>
          <p:spPr bwMode="hidden">
            <a:xfrm>
              <a:off x="3528" y="1896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499" name="Oval 51"/>
            <p:cNvSpPr>
              <a:spLocks noChangeArrowheads="1"/>
            </p:cNvSpPr>
            <p:nvPr/>
          </p:nvSpPr>
          <p:spPr bwMode="hidden">
            <a:xfrm>
              <a:off x="3064" y="1778"/>
              <a:ext cx="128" cy="6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00" name="Oval 52"/>
            <p:cNvSpPr>
              <a:spLocks noChangeArrowheads="1"/>
            </p:cNvSpPr>
            <p:nvPr/>
          </p:nvSpPr>
          <p:spPr bwMode="hidden">
            <a:xfrm>
              <a:off x="3277" y="2024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01" name="Oval 53"/>
            <p:cNvSpPr>
              <a:spLocks noChangeArrowheads="1"/>
            </p:cNvSpPr>
            <p:nvPr/>
          </p:nvSpPr>
          <p:spPr bwMode="hidden">
            <a:xfrm>
              <a:off x="3027" y="2160"/>
              <a:ext cx="133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02" name="Oval 54"/>
            <p:cNvSpPr>
              <a:spLocks noChangeArrowheads="1"/>
            </p:cNvSpPr>
            <p:nvPr/>
          </p:nvSpPr>
          <p:spPr bwMode="hidden">
            <a:xfrm>
              <a:off x="1569" y="2453"/>
              <a:ext cx="150" cy="9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03" name="Oval 55"/>
            <p:cNvSpPr>
              <a:spLocks noChangeArrowheads="1"/>
            </p:cNvSpPr>
            <p:nvPr/>
          </p:nvSpPr>
          <p:spPr bwMode="hidden">
            <a:xfrm>
              <a:off x="1863" y="2028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04" name="Oval 56"/>
            <p:cNvSpPr>
              <a:spLocks noChangeArrowheads="1"/>
            </p:cNvSpPr>
            <p:nvPr/>
          </p:nvSpPr>
          <p:spPr bwMode="hidden">
            <a:xfrm>
              <a:off x="1513" y="2175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05" name="Oval 57"/>
            <p:cNvSpPr>
              <a:spLocks noChangeArrowheads="1"/>
            </p:cNvSpPr>
            <p:nvPr/>
          </p:nvSpPr>
          <p:spPr bwMode="hidden">
            <a:xfrm>
              <a:off x="1191" y="2311"/>
              <a:ext cx="134" cy="7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06" name="Oval 58"/>
            <p:cNvSpPr>
              <a:spLocks noChangeArrowheads="1"/>
            </p:cNvSpPr>
            <p:nvPr/>
          </p:nvSpPr>
          <p:spPr bwMode="hidden">
            <a:xfrm>
              <a:off x="1154" y="2047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07" name="Oval 59"/>
            <p:cNvSpPr>
              <a:spLocks noChangeArrowheads="1"/>
            </p:cNvSpPr>
            <p:nvPr/>
          </p:nvSpPr>
          <p:spPr bwMode="hidden">
            <a:xfrm>
              <a:off x="1142" y="1803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08" name="Oval 60"/>
            <p:cNvSpPr>
              <a:spLocks noChangeArrowheads="1"/>
            </p:cNvSpPr>
            <p:nvPr/>
          </p:nvSpPr>
          <p:spPr bwMode="hidden">
            <a:xfrm>
              <a:off x="1500" y="1912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09" name="Oval 61"/>
            <p:cNvSpPr>
              <a:spLocks noChangeArrowheads="1"/>
            </p:cNvSpPr>
            <p:nvPr/>
          </p:nvSpPr>
          <p:spPr bwMode="hidden">
            <a:xfrm>
              <a:off x="1804" y="1801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10" name="Oval 62"/>
            <p:cNvSpPr>
              <a:spLocks noChangeArrowheads="1"/>
            </p:cNvSpPr>
            <p:nvPr/>
          </p:nvSpPr>
          <p:spPr bwMode="hidden">
            <a:xfrm>
              <a:off x="2159" y="1905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11" name="Oval 63"/>
            <p:cNvSpPr>
              <a:spLocks noChangeArrowheads="1"/>
            </p:cNvSpPr>
            <p:nvPr/>
          </p:nvSpPr>
          <p:spPr bwMode="hidden">
            <a:xfrm>
              <a:off x="2432" y="1787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12" name="Oval 64"/>
            <p:cNvSpPr>
              <a:spLocks noChangeArrowheads="1"/>
            </p:cNvSpPr>
            <p:nvPr/>
          </p:nvSpPr>
          <p:spPr bwMode="hidden">
            <a:xfrm>
              <a:off x="470" y="203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13" name="Oval 65"/>
            <p:cNvSpPr>
              <a:spLocks noChangeArrowheads="1"/>
            </p:cNvSpPr>
            <p:nvPr/>
          </p:nvSpPr>
          <p:spPr bwMode="hidden">
            <a:xfrm>
              <a:off x="68" y="2166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14" name="Oval 66"/>
            <p:cNvSpPr>
              <a:spLocks noChangeArrowheads="1"/>
            </p:cNvSpPr>
            <p:nvPr/>
          </p:nvSpPr>
          <p:spPr bwMode="hidden">
            <a:xfrm>
              <a:off x="798" y="1916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15" name="Oval 67"/>
            <p:cNvSpPr>
              <a:spLocks noChangeArrowheads="1"/>
            </p:cNvSpPr>
            <p:nvPr/>
          </p:nvSpPr>
          <p:spPr bwMode="hidden">
            <a:xfrm>
              <a:off x="455" y="1797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16" name="Oval 68"/>
            <p:cNvSpPr>
              <a:spLocks noChangeArrowheads="1"/>
            </p:cNvSpPr>
            <p:nvPr/>
          </p:nvSpPr>
          <p:spPr bwMode="hidden">
            <a:xfrm>
              <a:off x="113" y="1901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17" name="Oval 69"/>
            <p:cNvSpPr>
              <a:spLocks noChangeArrowheads="1"/>
            </p:cNvSpPr>
            <p:nvPr/>
          </p:nvSpPr>
          <p:spPr bwMode="hidden">
            <a:xfrm>
              <a:off x="432" y="2323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18" name="Oval 70"/>
            <p:cNvSpPr>
              <a:spLocks noChangeArrowheads="1"/>
            </p:cNvSpPr>
            <p:nvPr/>
          </p:nvSpPr>
          <p:spPr bwMode="hidden">
            <a:xfrm>
              <a:off x="814" y="2178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19" name="Oval 71"/>
            <p:cNvSpPr>
              <a:spLocks noChangeArrowheads="1"/>
            </p:cNvSpPr>
            <p:nvPr/>
          </p:nvSpPr>
          <p:spPr bwMode="hidden">
            <a:xfrm>
              <a:off x="789" y="2472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20" name="Oval 72"/>
            <p:cNvSpPr>
              <a:spLocks noChangeArrowheads="1"/>
            </p:cNvSpPr>
            <p:nvPr/>
          </p:nvSpPr>
          <p:spPr bwMode="hidden">
            <a:xfrm>
              <a:off x="2544" y="2015"/>
              <a:ext cx="140" cy="7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21" name="Oval 73"/>
            <p:cNvSpPr>
              <a:spLocks noChangeArrowheads="1"/>
            </p:cNvSpPr>
            <p:nvPr/>
          </p:nvSpPr>
          <p:spPr bwMode="hidden">
            <a:xfrm>
              <a:off x="1457" y="1700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22" name="Oval 74"/>
            <p:cNvSpPr>
              <a:spLocks noChangeArrowheads="1"/>
            </p:cNvSpPr>
            <p:nvPr/>
          </p:nvSpPr>
          <p:spPr bwMode="hidden">
            <a:xfrm>
              <a:off x="1747" y="1599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23" name="Oval 75"/>
            <p:cNvSpPr>
              <a:spLocks noChangeArrowheads="1"/>
            </p:cNvSpPr>
            <p:nvPr/>
          </p:nvSpPr>
          <p:spPr bwMode="hidden">
            <a:xfrm>
              <a:off x="1385" y="1506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24" name="Oval 76"/>
            <p:cNvSpPr>
              <a:spLocks noChangeArrowheads="1"/>
            </p:cNvSpPr>
            <p:nvPr/>
          </p:nvSpPr>
          <p:spPr bwMode="hidden">
            <a:xfrm>
              <a:off x="1093" y="1595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25" name="Oval 77"/>
            <p:cNvSpPr>
              <a:spLocks noChangeArrowheads="1"/>
            </p:cNvSpPr>
            <p:nvPr/>
          </p:nvSpPr>
          <p:spPr bwMode="hidden">
            <a:xfrm>
              <a:off x="792" y="1690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26" name="Oval 78"/>
            <p:cNvSpPr>
              <a:spLocks noChangeArrowheads="1"/>
            </p:cNvSpPr>
            <p:nvPr/>
          </p:nvSpPr>
          <p:spPr bwMode="hidden">
            <a:xfrm>
              <a:off x="2011" y="1512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27" name="Oval 79"/>
            <p:cNvSpPr>
              <a:spLocks noChangeArrowheads="1"/>
            </p:cNvSpPr>
            <p:nvPr/>
          </p:nvSpPr>
          <p:spPr bwMode="hidden">
            <a:xfrm>
              <a:off x="2087" y="1696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28" name="Oval 80"/>
            <p:cNvSpPr>
              <a:spLocks noChangeArrowheads="1"/>
            </p:cNvSpPr>
            <p:nvPr/>
          </p:nvSpPr>
          <p:spPr bwMode="hidden">
            <a:xfrm>
              <a:off x="2345" y="1601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29" name="Oval 81"/>
            <p:cNvSpPr>
              <a:spLocks noChangeArrowheads="1"/>
            </p:cNvSpPr>
            <p:nvPr/>
          </p:nvSpPr>
          <p:spPr bwMode="hidden">
            <a:xfrm>
              <a:off x="2684" y="1686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30" name="Oval 82"/>
            <p:cNvSpPr>
              <a:spLocks noChangeArrowheads="1"/>
            </p:cNvSpPr>
            <p:nvPr/>
          </p:nvSpPr>
          <p:spPr bwMode="hidden">
            <a:xfrm>
              <a:off x="806" y="1512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31" name="Oval 83"/>
            <p:cNvSpPr>
              <a:spLocks noChangeArrowheads="1"/>
            </p:cNvSpPr>
            <p:nvPr/>
          </p:nvSpPr>
          <p:spPr bwMode="hidden">
            <a:xfrm>
              <a:off x="495" y="1597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32" name="Oval 84"/>
            <p:cNvSpPr>
              <a:spLocks noChangeArrowheads="1"/>
            </p:cNvSpPr>
            <p:nvPr/>
          </p:nvSpPr>
          <p:spPr bwMode="hidden">
            <a:xfrm>
              <a:off x="228" y="1508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33" name="Oval 85"/>
            <p:cNvSpPr>
              <a:spLocks noChangeArrowheads="1"/>
            </p:cNvSpPr>
            <p:nvPr/>
          </p:nvSpPr>
          <p:spPr bwMode="hidden">
            <a:xfrm>
              <a:off x="157" y="1698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34" name="Oval 86"/>
            <p:cNvSpPr>
              <a:spLocks noChangeArrowheads="1"/>
            </p:cNvSpPr>
            <p:nvPr/>
          </p:nvSpPr>
          <p:spPr bwMode="hidden">
            <a:xfrm>
              <a:off x="2887" y="1595"/>
              <a:ext cx="124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35" name="Oval 87"/>
            <p:cNvSpPr>
              <a:spLocks noChangeArrowheads="1"/>
            </p:cNvSpPr>
            <p:nvPr/>
          </p:nvSpPr>
          <p:spPr bwMode="hidden">
            <a:xfrm>
              <a:off x="3079" y="1511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36" name="Oval 88"/>
            <p:cNvSpPr>
              <a:spLocks noChangeArrowheads="1"/>
            </p:cNvSpPr>
            <p:nvPr/>
          </p:nvSpPr>
          <p:spPr bwMode="hidden">
            <a:xfrm>
              <a:off x="3270" y="1688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37" name="Oval 89"/>
            <p:cNvSpPr>
              <a:spLocks noChangeArrowheads="1"/>
            </p:cNvSpPr>
            <p:nvPr/>
          </p:nvSpPr>
          <p:spPr bwMode="hidden">
            <a:xfrm>
              <a:off x="3453" y="1599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38" name="Oval 90"/>
            <p:cNvSpPr>
              <a:spLocks noChangeArrowheads="1"/>
            </p:cNvSpPr>
            <p:nvPr/>
          </p:nvSpPr>
          <p:spPr bwMode="hidden">
            <a:xfrm>
              <a:off x="3651" y="1506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39" name="Oval 91"/>
            <p:cNvSpPr>
              <a:spLocks noChangeArrowheads="1"/>
            </p:cNvSpPr>
            <p:nvPr/>
          </p:nvSpPr>
          <p:spPr bwMode="hidden">
            <a:xfrm>
              <a:off x="4251" y="1513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40" name="Oval 92"/>
            <p:cNvSpPr>
              <a:spLocks noChangeArrowheads="1"/>
            </p:cNvSpPr>
            <p:nvPr/>
          </p:nvSpPr>
          <p:spPr bwMode="hidden">
            <a:xfrm>
              <a:off x="3901" y="1701"/>
              <a:ext cx="128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41" name="Oval 93"/>
            <p:cNvSpPr>
              <a:spLocks noChangeArrowheads="1"/>
            </p:cNvSpPr>
            <p:nvPr/>
          </p:nvSpPr>
          <p:spPr bwMode="hidden">
            <a:xfrm>
              <a:off x="4086" y="1608"/>
              <a:ext cx="128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42" name="Oval 94"/>
            <p:cNvSpPr>
              <a:spLocks noChangeArrowheads="1"/>
            </p:cNvSpPr>
            <p:nvPr/>
          </p:nvSpPr>
          <p:spPr bwMode="hidden">
            <a:xfrm>
              <a:off x="1282" y="3653"/>
              <a:ext cx="196" cy="11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43" name="Oval 95"/>
            <p:cNvSpPr>
              <a:spLocks noChangeArrowheads="1"/>
            </p:cNvSpPr>
            <p:nvPr/>
          </p:nvSpPr>
          <p:spPr bwMode="hidden">
            <a:xfrm>
              <a:off x="707" y="4014"/>
              <a:ext cx="191" cy="11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44" name="Oval 96"/>
            <p:cNvSpPr>
              <a:spLocks noChangeArrowheads="1"/>
            </p:cNvSpPr>
            <p:nvPr/>
          </p:nvSpPr>
          <p:spPr bwMode="hidden">
            <a:xfrm>
              <a:off x="2229" y="3090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45" name="Oval 97"/>
            <p:cNvSpPr>
              <a:spLocks noChangeArrowheads="1"/>
            </p:cNvSpPr>
            <p:nvPr/>
          </p:nvSpPr>
          <p:spPr bwMode="hidden">
            <a:xfrm>
              <a:off x="2604" y="2867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46" name="Oval 98"/>
            <p:cNvSpPr>
              <a:spLocks noChangeArrowheads="1"/>
            </p:cNvSpPr>
            <p:nvPr/>
          </p:nvSpPr>
          <p:spPr bwMode="hidden">
            <a:xfrm>
              <a:off x="2907" y="2668"/>
              <a:ext cx="156" cy="84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47" name="Oval 99"/>
            <p:cNvSpPr>
              <a:spLocks noChangeArrowheads="1"/>
            </p:cNvSpPr>
            <p:nvPr/>
          </p:nvSpPr>
          <p:spPr bwMode="hidden">
            <a:xfrm>
              <a:off x="3248" y="2454"/>
              <a:ext cx="150" cy="9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48" name="Oval 100"/>
            <p:cNvSpPr>
              <a:spLocks noChangeArrowheads="1"/>
            </p:cNvSpPr>
            <p:nvPr/>
          </p:nvSpPr>
          <p:spPr bwMode="hidden">
            <a:xfrm>
              <a:off x="1801" y="3360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49" name="Oval 101"/>
            <p:cNvSpPr>
              <a:spLocks noChangeArrowheads="1"/>
            </p:cNvSpPr>
            <p:nvPr/>
          </p:nvSpPr>
          <p:spPr bwMode="hidden">
            <a:xfrm>
              <a:off x="3512" y="230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50" name="Oval 102"/>
            <p:cNvSpPr>
              <a:spLocks noChangeArrowheads="1"/>
            </p:cNvSpPr>
            <p:nvPr/>
          </p:nvSpPr>
          <p:spPr bwMode="hidden">
            <a:xfrm>
              <a:off x="3980" y="2014"/>
              <a:ext cx="134" cy="7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51" name="Oval 103"/>
            <p:cNvSpPr>
              <a:spLocks noChangeArrowheads="1"/>
            </p:cNvSpPr>
            <p:nvPr/>
          </p:nvSpPr>
          <p:spPr bwMode="hidden">
            <a:xfrm>
              <a:off x="3753" y="2158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52" name="Oval 104"/>
            <p:cNvSpPr>
              <a:spLocks noChangeArrowheads="1"/>
            </p:cNvSpPr>
            <p:nvPr/>
          </p:nvSpPr>
          <p:spPr bwMode="hidden">
            <a:xfrm>
              <a:off x="4176" y="1898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53" name="Oval 105"/>
            <p:cNvSpPr>
              <a:spLocks noChangeArrowheads="1"/>
            </p:cNvSpPr>
            <p:nvPr/>
          </p:nvSpPr>
          <p:spPr bwMode="hidden">
            <a:xfrm>
              <a:off x="4338" y="1797"/>
              <a:ext cx="129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54" name="Oval 106"/>
            <p:cNvSpPr>
              <a:spLocks noChangeArrowheads="1"/>
            </p:cNvSpPr>
            <p:nvPr/>
          </p:nvSpPr>
          <p:spPr bwMode="hidden">
            <a:xfrm>
              <a:off x="4505" y="1700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55" name="Oval 107"/>
            <p:cNvSpPr>
              <a:spLocks noChangeArrowheads="1"/>
            </p:cNvSpPr>
            <p:nvPr/>
          </p:nvSpPr>
          <p:spPr bwMode="hidden">
            <a:xfrm>
              <a:off x="4661" y="1603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56" name="Oval 108"/>
            <p:cNvSpPr>
              <a:spLocks noChangeArrowheads="1"/>
            </p:cNvSpPr>
            <p:nvPr/>
          </p:nvSpPr>
          <p:spPr bwMode="hidden">
            <a:xfrm>
              <a:off x="4803" y="1512"/>
              <a:ext cx="128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57" name="Oval 109"/>
            <p:cNvSpPr>
              <a:spLocks noChangeArrowheads="1"/>
            </p:cNvSpPr>
            <p:nvPr/>
          </p:nvSpPr>
          <p:spPr bwMode="hidden">
            <a:xfrm>
              <a:off x="4930" y="1431"/>
              <a:ext cx="111" cy="5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58" name="Oval 110"/>
            <p:cNvSpPr>
              <a:spLocks noChangeArrowheads="1"/>
            </p:cNvSpPr>
            <p:nvPr/>
          </p:nvSpPr>
          <p:spPr bwMode="hidden">
            <a:xfrm>
              <a:off x="3835" y="1430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59" name="Oval 111"/>
            <p:cNvSpPr>
              <a:spLocks noChangeArrowheads="1"/>
            </p:cNvSpPr>
            <p:nvPr/>
          </p:nvSpPr>
          <p:spPr bwMode="hidden">
            <a:xfrm>
              <a:off x="3286" y="1430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60" name="Oval 112"/>
            <p:cNvSpPr>
              <a:spLocks noChangeArrowheads="1"/>
            </p:cNvSpPr>
            <p:nvPr/>
          </p:nvSpPr>
          <p:spPr bwMode="hidden">
            <a:xfrm>
              <a:off x="2972" y="1366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61" name="Oval 113"/>
            <p:cNvSpPr>
              <a:spLocks noChangeArrowheads="1"/>
            </p:cNvSpPr>
            <p:nvPr/>
          </p:nvSpPr>
          <p:spPr bwMode="hidden">
            <a:xfrm>
              <a:off x="3152" y="1292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62" name="Oval 114"/>
            <p:cNvSpPr>
              <a:spLocks noChangeArrowheads="1"/>
            </p:cNvSpPr>
            <p:nvPr/>
          </p:nvSpPr>
          <p:spPr bwMode="hidden">
            <a:xfrm>
              <a:off x="3020" y="1170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63" name="Oval 115"/>
            <p:cNvSpPr>
              <a:spLocks noChangeArrowheads="1"/>
            </p:cNvSpPr>
            <p:nvPr/>
          </p:nvSpPr>
          <p:spPr bwMode="hidden">
            <a:xfrm>
              <a:off x="2443" y="1368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64" name="Oval 116"/>
            <p:cNvSpPr>
              <a:spLocks noChangeArrowheads="1"/>
            </p:cNvSpPr>
            <p:nvPr/>
          </p:nvSpPr>
          <p:spPr bwMode="hidden">
            <a:xfrm>
              <a:off x="2301" y="1220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65" name="Oval 117"/>
            <p:cNvSpPr>
              <a:spLocks noChangeArrowheads="1"/>
            </p:cNvSpPr>
            <p:nvPr/>
          </p:nvSpPr>
          <p:spPr bwMode="hidden">
            <a:xfrm>
              <a:off x="2095" y="1284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66" name="Oval 118"/>
            <p:cNvSpPr>
              <a:spLocks noChangeArrowheads="1"/>
            </p:cNvSpPr>
            <p:nvPr/>
          </p:nvSpPr>
          <p:spPr bwMode="hidden">
            <a:xfrm>
              <a:off x="2228" y="1442"/>
              <a:ext cx="111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67" name="Oval 119"/>
            <p:cNvSpPr>
              <a:spLocks noChangeArrowheads="1"/>
            </p:cNvSpPr>
            <p:nvPr/>
          </p:nvSpPr>
          <p:spPr bwMode="hidden">
            <a:xfrm>
              <a:off x="1109" y="1424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68" name="Oval 120"/>
            <p:cNvSpPr>
              <a:spLocks noChangeArrowheads="1"/>
            </p:cNvSpPr>
            <p:nvPr/>
          </p:nvSpPr>
          <p:spPr bwMode="hidden">
            <a:xfrm>
              <a:off x="611" y="1284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69" name="Oval 121"/>
            <p:cNvSpPr>
              <a:spLocks noChangeArrowheads="1"/>
            </p:cNvSpPr>
            <p:nvPr/>
          </p:nvSpPr>
          <p:spPr bwMode="hidden">
            <a:xfrm>
              <a:off x="305" y="1358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70" name="Oval 122"/>
            <p:cNvSpPr>
              <a:spLocks noChangeArrowheads="1"/>
            </p:cNvSpPr>
            <p:nvPr/>
          </p:nvSpPr>
          <p:spPr bwMode="hidden">
            <a:xfrm>
              <a:off x="156" y="1154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71" name="Oval 123"/>
            <p:cNvSpPr>
              <a:spLocks noChangeArrowheads="1"/>
            </p:cNvSpPr>
            <p:nvPr/>
          </p:nvSpPr>
          <p:spPr bwMode="hidden">
            <a:xfrm>
              <a:off x="4538" y="1365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72" name="Oval 124"/>
            <p:cNvSpPr>
              <a:spLocks noChangeArrowheads="1"/>
            </p:cNvSpPr>
            <p:nvPr/>
          </p:nvSpPr>
          <p:spPr bwMode="hidden">
            <a:xfrm>
              <a:off x="4407" y="1440"/>
              <a:ext cx="105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73" name="Oval 125"/>
            <p:cNvSpPr>
              <a:spLocks noChangeArrowheads="1"/>
            </p:cNvSpPr>
            <p:nvPr/>
          </p:nvSpPr>
          <p:spPr bwMode="hidden">
            <a:xfrm>
              <a:off x="3992" y="1356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74" name="Oval 126"/>
            <p:cNvSpPr>
              <a:spLocks noChangeArrowheads="1"/>
            </p:cNvSpPr>
            <p:nvPr/>
          </p:nvSpPr>
          <p:spPr bwMode="hidden">
            <a:xfrm>
              <a:off x="3466" y="1356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75" name="Oval 127"/>
            <p:cNvSpPr>
              <a:spLocks noChangeArrowheads="1"/>
            </p:cNvSpPr>
            <p:nvPr/>
          </p:nvSpPr>
          <p:spPr bwMode="hidden">
            <a:xfrm>
              <a:off x="2852" y="1228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76" name="Oval 128"/>
            <p:cNvSpPr>
              <a:spLocks noChangeArrowheads="1"/>
            </p:cNvSpPr>
            <p:nvPr/>
          </p:nvSpPr>
          <p:spPr bwMode="hidden">
            <a:xfrm>
              <a:off x="2678" y="1109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77" name="Oval 129"/>
            <p:cNvSpPr>
              <a:spLocks noChangeArrowheads="1"/>
            </p:cNvSpPr>
            <p:nvPr/>
          </p:nvSpPr>
          <p:spPr bwMode="hidden">
            <a:xfrm>
              <a:off x="2859" y="1045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78" name="Oval 130"/>
            <p:cNvSpPr>
              <a:spLocks noChangeArrowheads="1"/>
            </p:cNvSpPr>
            <p:nvPr/>
          </p:nvSpPr>
          <p:spPr bwMode="hidden">
            <a:xfrm>
              <a:off x="1942" y="104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79" name="Oval 131"/>
            <p:cNvSpPr>
              <a:spLocks noChangeArrowheads="1"/>
            </p:cNvSpPr>
            <p:nvPr/>
          </p:nvSpPr>
          <p:spPr bwMode="hidden">
            <a:xfrm>
              <a:off x="1088" y="1277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80" name="Oval 132"/>
            <p:cNvSpPr>
              <a:spLocks noChangeArrowheads="1"/>
            </p:cNvSpPr>
            <p:nvPr/>
          </p:nvSpPr>
          <p:spPr bwMode="hidden">
            <a:xfrm>
              <a:off x="827" y="135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81" name="Oval 133"/>
            <p:cNvSpPr>
              <a:spLocks noChangeArrowheads="1"/>
            </p:cNvSpPr>
            <p:nvPr/>
          </p:nvSpPr>
          <p:spPr bwMode="hidden">
            <a:xfrm>
              <a:off x="537" y="1428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82" name="Oval 134"/>
            <p:cNvSpPr>
              <a:spLocks noChangeArrowheads="1"/>
            </p:cNvSpPr>
            <p:nvPr/>
          </p:nvSpPr>
          <p:spPr bwMode="hidden">
            <a:xfrm>
              <a:off x="635" y="106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83" name="Oval 135"/>
            <p:cNvSpPr>
              <a:spLocks noChangeArrowheads="1"/>
            </p:cNvSpPr>
            <p:nvPr/>
          </p:nvSpPr>
          <p:spPr bwMode="hidden">
            <a:xfrm>
              <a:off x="1540" y="105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84" name="Oval 136"/>
            <p:cNvSpPr>
              <a:spLocks noChangeArrowheads="1"/>
            </p:cNvSpPr>
            <p:nvPr/>
          </p:nvSpPr>
          <p:spPr bwMode="hidden">
            <a:xfrm>
              <a:off x="1120" y="1063"/>
              <a:ext cx="105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85" name="Oval 137"/>
            <p:cNvSpPr>
              <a:spLocks noChangeArrowheads="1"/>
            </p:cNvSpPr>
            <p:nvPr/>
          </p:nvSpPr>
          <p:spPr bwMode="hidden">
            <a:xfrm>
              <a:off x="4131" y="1284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86" name="Oval 138"/>
            <p:cNvSpPr>
              <a:spLocks noChangeArrowheads="1"/>
            </p:cNvSpPr>
            <p:nvPr/>
          </p:nvSpPr>
          <p:spPr bwMode="hidden">
            <a:xfrm>
              <a:off x="3477" y="1163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87" name="Oval 139"/>
            <p:cNvSpPr>
              <a:spLocks noChangeArrowheads="1"/>
            </p:cNvSpPr>
            <p:nvPr/>
          </p:nvSpPr>
          <p:spPr bwMode="hidden">
            <a:xfrm>
              <a:off x="3315" y="1229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88" name="Oval 140"/>
            <p:cNvSpPr>
              <a:spLocks noChangeArrowheads="1"/>
            </p:cNvSpPr>
            <p:nvPr/>
          </p:nvSpPr>
          <p:spPr bwMode="hidden">
            <a:xfrm>
              <a:off x="3174" y="1112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89" name="Oval 141"/>
            <p:cNvSpPr>
              <a:spLocks noChangeArrowheads="1"/>
            </p:cNvSpPr>
            <p:nvPr/>
          </p:nvSpPr>
          <p:spPr bwMode="hidden">
            <a:xfrm>
              <a:off x="2396" y="1051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90" name="Oval 142"/>
            <p:cNvSpPr>
              <a:spLocks noChangeArrowheads="1"/>
            </p:cNvSpPr>
            <p:nvPr/>
          </p:nvSpPr>
          <p:spPr bwMode="hidden">
            <a:xfrm>
              <a:off x="2769" y="1446"/>
              <a:ext cx="111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91" name="Oval 143"/>
            <p:cNvSpPr>
              <a:spLocks noChangeArrowheads="1"/>
            </p:cNvSpPr>
            <p:nvPr/>
          </p:nvSpPr>
          <p:spPr bwMode="hidden">
            <a:xfrm>
              <a:off x="2656" y="1294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92" name="Oval 144"/>
            <p:cNvSpPr>
              <a:spLocks noChangeArrowheads="1"/>
            </p:cNvSpPr>
            <p:nvPr/>
          </p:nvSpPr>
          <p:spPr bwMode="hidden">
            <a:xfrm>
              <a:off x="2501" y="1159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93" name="Oval 145"/>
            <p:cNvSpPr>
              <a:spLocks noChangeArrowheads="1"/>
            </p:cNvSpPr>
            <p:nvPr/>
          </p:nvSpPr>
          <p:spPr bwMode="hidden">
            <a:xfrm>
              <a:off x="2222" y="1101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94" name="Oval 146"/>
            <p:cNvSpPr>
              <a:spLocks noChangeArrowheads="1"/>
            </p:cNvSpPr>
            <p:nvPr/>
          </p:nvSpPr>
          <p:spPr bwMode="hidden">
            <a:xfrm>
              <a:off x="2029" y="1162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95" name="Oval 147"/>
            <p:cNvSpPr>
              <a:spLocks noChangeArrowheads="1"/>
            </p:cNvSpPr>
            <p:nvPr/>
          </p:nvSpPr>
          <p:spPr bwMode="hidden">
            <a:xfrm>
              <a:off x="1875" y="1356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96" name="Oval 148"/>
            <p:cNvSpPr>
              <a:spLocks noChangeArrowheads="1"/>
            </p:cNvSpPr>
            <p:nvPr/>
          </p:nvSpPr>
          <p:spPr bwMode="hidden">
            <a:xfrm>
              <a:off x="1809" y="1223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97" name="Oval 149"/>
            <p:cNvSpPr>
              <a:spLocks noChangeArrowheads="1"/>
            </p:cNvSpPr>
            <p:nvPr/>
          </p:nvSpPr>
          <p:spPr bwMode="hidden">
            <a:xfrm>
              <a:off x="1738" y="1098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98" name="Oval 150"/>
            <p:cNvSpPr>
              <a:spLocks noChangeArrowheads="1"/>
            </p:cNvSpPr>
            <p:nvPr/>
          </p:nvSpPr>
          <p:spPr bwMode="hidden">
            <a:xfrm>
              <a:off x="1583" y="1289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599" name="Oval 151"/>
            <p:cNvSpPr>
              <a:spLocks noChangeArrowheads="1"/>
            </p:cNvSpPr>
            <p:nvPr/>
          </p:nvSpPr>
          <p:spPr bwMode="hidden">
            <a:xfrm>
              <a:off x="1379" y="1343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00" name="Oval 152"/>
            <p:cNvSpPr>
              <a:spLocks noChangeArrowheads="1"/>
            </p:cNvSpPr>
            <p:nvPr/>
          </p:nvSpPr>
          <p:spPr bwMode="hidden">
            <a:xfrm>
              <a:off x="1529" y="1156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01" name="Oval 153"/>
            <p:cNvSpPr>
              <a:spLocks noChangeArrowheads="1"/>
            </p:cNvSpPr>
            <p:nvPr/>
          </p:nvSpPr>
          <p:spPr bwMode="hidden">
            <a:xfrm>
              <a:off x="1294" y="1222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02" name="Oval 154"/>
            <p:cNvSpPr>
              <a:spLocks noChangeArrowheads="1"/>
            </p:cNvSpPr>
            <p:nvPr/>
          </p:nvSpPr>
          <p:spPr bwMode="hidden">
            <a:xfrm>
              <a:off x="1314" y="1112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03" name="Oval 155"/>
            <p:cNvSpPr>
              <a:spLocks noChangeArrowheads="1"/>
            </p:cNvSpPr>
            <p:nvPr/>
          </p:nvSpPr>
          <p:spPr bwMode="hidden">
            <a:xfrm>
              <a:off x="1082" y="1166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04" name="Oval 156"/>
            <p:cNvSpPr>
              <a:spLocks noChangeArrowheads="1"/>
            </p:cNvSpPr>
            <p:nvPr/>
          </p:nvSpPr>
          <p:spPr bwMode="hidden">
            <a:xfrm>
              <a:off x="877" y="1121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05" name="Oval 157"/>
            <p:cNvSpPr>
              <a:spLocks noChangeArrowheads="1"/>
            </p:cNvSpPr>
            <p:nvPr/>
          </p:nvSpPr>
          <p:spPr bwMode="hidden">
            <a:xfrm>
              <a:off x="875" y="1216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06" name="Oval 158"/>
            <p:cNvSpPr>
              <a:spLocks noChangeArrowheads="1"/>
            </p:cNvSpPr>
            <p:nvPr/>
          </p:nvSpPr>
          <p:spPr bwMode="hidden">
            <a:xfrm>
              <a:off x="680" y="1170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07" name="Oval 159"/>
            <p:cNvSpPr>
              <a:spLocks noChangeArrowheads="1"/>
            </p:cNvSpPr>
            <p:nvPr/>
          </p:nvSpPr>
          <p:spPr bwMode="hidden">
            <a:xfrm>
              <a:off x="411" y="1232"/>
              <a:ext cx="111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08" name="Oval 160"/>
            <p:cNvSpPr>
              <a:spLocks noChangeArrowheads="1"/>
            </p:cNvSpPr>
            <p:nvPr/>
          </p:nvSpPr>
          <p:spPr bwMode="hidden">
            <a:xfrm>
              <a:off x="434" y="1100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09" name="Oval 161"/>
            <p:cNvSpPr>
              <a:spLocks noChangeArrowheads="1"/>
            </p:cNvSpPr>
            <p:nvPr/>
          </p:nvSpPr>
          <p:spPr bwMode="hidden">
            <a:xfrm>
              <a:off x="119" y="1312"/>
              <a:ext cx="111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10" name="Oval 162"/>
            <p:cNvSpPr>
              <a:spLocks noChangeArrowheads="1"/>
            </p:cNvSpPr>
            <p:nvPr/>
          </p:nvSpPr>
          <p:spPr bwMode="hidden">
            <a:xfrm>
              <a:off x="858" y="1001"/>
              <a:ext cx="101" cy="3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11" name="Oval 163"/>
            <p:cNvSpPr>
              <a:spLocks noChangeArrowheads="1"/>
            </p:cNvSpPr>
            <p:nvPr/>
          </p:nvSpPr>
          <p:spPr bwMode="hidden">
            <a:xfrm>
              <a:off x="1341" y="1013"/>
              <a:ext cx="101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12" name="Oval 164"/>
            <p:cNvSpPr>
              <a:spLocks noChangeArrowheads="1"/>
            </p:cNvSpPr>
            <p:nvPr/>
          </p:nvSpPr>
          <p:spPr bwMode="hidden">
            <a:xfrm>
              <a:off x="1739" y="1008"/>
              <a:ext cx="101" cy="3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13" name="Oval 165"/>
            <p:cNvSpPr>
              <a:spLocks noChangeArrowheads="1"/>
            </p:cNvSpPr>
            <p:nvPr/>
          </p:nvSpPr>
          <p:spPr bwMode="hidden">
            <a:xfrm>
              <a:off x="2116" y="1001"/>
              <a:ext cx="100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14" name="Oval 166"/>
            <p:cNvSpPr>
              <a:spLocks noChangeArrowheads="1"/>
            </p:cNvSpPr>
            <p:nvPr/>
          </p:nvSpPr>
          <p:spPr bwMode="hidden">
            <a:xfrm>
              <a:off x="2320" y="941"/>
              <a:ext cx="101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15" name="Oval 167"/>
            <p:cNvSpPr>
              <a:spLocks noChangeArrowheads="1"/>
            </p:cNvSpPr>
            <p:nvPr/>
          </p:nvSpPr>
          <p:spPr bwMode="hidden">
            <a:xfrm>
              <a:off x="2601" y="995"/>
              <a:ext cx="101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16" name="Oval 168"/>
            <p:cNvSpPr>
              <a:spLocks noChangeArrowheads="1"/>
            </p:cNvSpPr>
            <p:nvPr/>
          </p:nvSpPr>
          <p:spPr bwMode="hidden">
            <a:xfrm>
              <a:off x="1667" y="1420"/>
              <a:ext cx="106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17" name="Oval 169"/>
            <p:cNvSpPr>
              <a:spLocks noChangeArrowheads="1"/>
            </p:cNvSpPr>
            <p:nvPr/>
          </p:nvSpPr>
          <p:spPr bwMode="hidden">
            <a:xfrm>
              <a:off x="2557" y="1516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18" name="Oval 170"/>
            <p:cNvSpPr>
              <a:spLocks noChangeArrowheads="1"/>
            </p:cNvSpPr>
            <p:nvPr/>
          </p:nvSpPr>
          <p:spPr bwMode="hidden">
            <a:xfrm>
              <a:off x="3619" y="1287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19" name="Oval 171"/>
            <p:cNvSpPr>
              <a:spLocks noChangeArrowheads="1"/>
            </p:cNvSpPr>
            <p:nvPr/>
          </p:nvSpPr>
          <p:spPr bwMode="hidden">
            <a:xfrm>
              <a:off x="3791" y="1212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20" name="Oval 172"/>
            <p:cNvSpPr>
              <a:spLocks noChangeArrowheads="1"/>
            </p:cNvSpPr>
            <p:nvPr/>
          </p:nvSpPr>
          <p:spPr bwMode="hidden">
            <a:xfrm>
              <a:off x="2134" y="908"/>
              <a:ext cx="79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21" name="Oval 173"/>
            <p:cNvSpPr>
              <a:spLocks noChangeArrowheads="1"/>
            </p:cNvSpPr>
            <p:nvPr/>
          </p:nvSpPr>
          <p:spPr bwMode="hidden">
            <a:xfrm>
              <a:off x="1264" y="908"/>
              <a:ext cx="79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22" name="Oval 174"/>
            <p:cNvSpPr>
              <a:spLocks noChangeArrowheads="1"/>
            </p:cNvSpPr>
            <p:nvPr/>
          </p:nvSpPr>
          <p:spPr bwMode="hidden">
            <a:xfrm>
              <a:off x="1471" y="869"/>
              <a:ext cx="79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23" name="Oval 175"/>
            <p:cNvSpPr>
              <a:spLocks noChangeArrowheads="1"/>
            </p:cNvSpPr>
            <p:nvPr/>
          </p:nvSpPr>
          <p:spPr bwMode="hidden">
            <a:xfrm>
              <a:off x="1650" y="824"/>
              <a:ext cx="83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24" name="Oval 176"/>
            <p:cNvSpPr>
              <a:spLocks noChangeArrowheads="1"/>
            </p:cNvSpPr>
            <p:nvPr/>
          </p:nvSpPr>
          <p:spPr bwMode="hidden">
            <a:xfrm>
              <a:off x="1918" y="869"/>
              <a:ext cx="84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25" name="Oval 177"/>
            <p:cNvSpPr>
              <a:spLocks noChangeArrowheads="1"/>
            </p:cNvSpPr>
            <p:nvPr/>
          </p:nvSpPr>
          <p:spPr bwMode="hidden">
            <a:xfrm>
              <a:off x="1720" y="923"/>
              <a:ext cx="83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26" name="Oval 178"/>
            <p:cNvSpPr>
              <a:spLocks noChangeArrowheads="1"/>
            </p:cNvSpPr>
            <p:nvPr/>
          </p:nvSpPr>
          <p:spPr bwMode="hidden">
            <a:xfrm>
              <a:off x="1913" y="957"/>
              <a:ext cx="95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27" name="Oval 179"/>
            <p:cNvSpPr>
              <a:spLocks noChangeArrowheads="1"/>
            </p:cNvSpPr>
            <p:nvPr/>
          </p:nvSpPr>
          <p:spPr bwMode="hidden">
            <a:xfrm>
              <a:off x="1541" y="962"/>
              <a:ext cx="89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28" name="Oval 180"/>
            <p:cNvSpPr>
              <a:spLocks noChangeArrowheads="1"/>
            </p:cNvSpPr>
            <p:nvPr/>
          </p:nvSpPr>
          <p:spPr bwMode="hidden">
            <a:xfrm>
              <a:off x="1076" y="953"/>
              <a:ext cx="10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29" name="Oval 181"/>
            <p:cNvSpPr>
              <a:spLocks noChangeArrowheads="1"/>
            </p:cNvSpPr>
            <p:nvPr/>
          </p:nvSpPr>
          <p:spPr bwMode="hidden">
            <a:xfrm>
              <a:off x="1983" y="4027"/>
              <a:ext cx="195" cy="10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30" name="Oval 182"/>
            <p:cNvSpPr>
              <a:spLocks noChangeArrowheads="1"/>
            </p:cNvSpPr>
            <p:nvPr/>
          </p:nvSpPr>
          <p:spPr bwMode="hidden">
            <a:xfrm>
              <a:off x="2460" y="3671"/>
              <a:ext cx="196" cy="11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31" name="Oval 183"/>
            <p:cNvSpPr>
              <a:spLocks noChangeArrowheads="1"/>
            </p:cNvSpPr>
            <p:nvPr/>
          </p:nvSpPr>
          <p:spPr bwMode="hidden">
            <a:xfrm>
              <a:off x="3238" y="3121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32" name="Oval 184"/>
            <p:cNvSpPr>
              <a:spLocks noChangeArrowheads="1"/>
            </p:cNvSpPr>
            <p:nvPr/>
          </p:nvSpPr>
          <p:spPr bwMode="hidden">
            <a:xfrm>
              <a:off x="3550" y="2880"/>
              <a:ext cx="157" cy="89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33" name="Oval 185"/>
            <p:cNvSpPr>
              <a:spLocks noChangeArrowheads="1"/>
            </p:cNvSpPr>
            <p:nvPr/>
          </p:nvSpPr>
          <p:spPr bwMode="hidden">
            <a:xfrm>
              <a:off x="2892" y="3377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34" name="Oval 186"/>
            <p:cNvSpPr>
              <a:spLocks noChangeArrowheads="1"/>
            </p:cNvSpPr>
            <p:nvPr/>
          </p:nvSpPr>
          <p:spPr bwMode="hidden">
            <a:xfrm>
              <a:off x="3869" y="2657"/>
              <a:ext cx="151" cy="84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35" name="Oval 187"/>
            <p:cNvSpPr>
              <a:spLocks noChangeArrowheads="1"/>
            </p:cNvSpPr>
            <p:nvPr/>
          </p:nvSpPr>
          <p:spPr bwMode="hidden">
            <a:xfrm>
              <a:off x="4090" y="2475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36" name="Oval 188"/>
            <p:cNvSpPr>
              <a:spLocks noChangeArrowheads="1"/>
            </p:cNvSpPr>
            <p:nvPr/>
          </p:nvSpPr>
          <p:spPr bwMode="hidden">
            <a:xfrm>
              <a:off x="4327" y="2314"/>
              <a:ext cx="134" cy="7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37" name="Oval 189"/>
            <p:cNvSpPr>
              <a:spLocks noChangeArrowheads="1"/>
            </p:cNvSpPr>
            <p:nvPr/>
          </p:nvSpPr>
          <p:spPr bwMode="hidden">
            <a:xfrm>
              <a:off x="4712" y="202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38" name="Oval 190"/>
            <p:cNvSpPr>
              <a:spLocks noChangeArrowheads="1"/>
            </p:cNvSpPr>
            <p:nvPr/>
          </p:nvSpPr>
          <p:spPr bwMode="hidden">
            <a:xfrm>
              <a:off x="4533" y="2162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39" name="Oval 191"/>
            <p:cNvSpPr>
              <a:spLocks noChangeArrowheads="1"/>
            </p:cNvSpPr>
            <p:nvPr/>
          </p:nvSpPr>
          <p:spPr bwMode="hidden">
            <a:xfrm>
              <a:off x="4863" y="1920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40" name="Oval 192"/>
            <p:cNvSpPr>
              <a:spLocks noChangeArrowheads="1"/>
            </p:cNvSpPr>
            <p:nvPr/>
          </p:nvSpPr>
          <p:spPr bwMode="hidden">
            <a:xfrm>
              <a:off x="5009" y="1807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41" name="Oval 193"/>
            <p:cNvSpPr>
              <a:spLocks noChangeArrowheads="1"/>
            </p:cNvSpPr>
            <p:nvPr/>
          </p:nvSpPr>
          <p:spPr bwMode="hidden">
            <a:xfrm>
              <a:off x="5161" y="1702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42" name="Oval 194"/>
            <p:cNvSpPr>
              <a:spLocks noChangeArrowheads="1"/>
            </p:cNvSpPr>
            <p:nvPr/>
          </p:nvSpPr>
          <p:spPr bwMode="hidden">
            <a:xfrm>
              <a:off x="5277" y="1614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43" name="Oval 195"/>
            <p:cNvSpPr>
              <a:spLocks noChangeArrowheads="1"/>
            </p:cNvSpPr>
            <p:nvPr/>
          </p:nvSpPr>
          <p:spPr bwMode="hidden">
            <a:xfrm>
              <a:off x="5398" y="1521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44" name="Oval 196"/>
            <p:cNvSpPr>
              <a:spLocks noChangeArrowheads="1"/>
            </p:cNvSpPr>
            <p:nvPr/>
          </p:nvSpPr>
          <p:spPr bwMode="hidden">
            <a:xfrm>
              <a:off x="3255" y="4071"/>
              <a:ext cx="196" cy="106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45" name="Oval 197"/>
            <p:cNvSpPr>
              <a:spLocks noChangeArrowheads="1"/>
            </p:cNvSpPr>
            <p:nvPr/>
          </p:nvSpPr>
          <p:spPr bwMode="hidden">
            <a:xfrm>
              <a:off x="3651" y="3693"/>
              <a:ext cx="196" cy="111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46" name="Oval 198"/>
            <p:cNvSpPr>
              <a:spLocks noChangeArrowheads="1"/>
            </p:cNvSpPr>
            <p:nvPr/>
          </p:nvSpPr>
          <p:spPr bwMode="hidden">
            <a:xfrm>
              <a:off x="4773" y="3705"/>
              <a:ext cx="201" cy="106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47" name="Oval 199"/>
            <p:cNvSpPr>
              <a:spLocks noChangeArrowheads="1"/>
            </p:cNvSpPr>
            <p:nvPr/>
          </p:nvSpPr>
          <p:spPr bwMode="hidden">
            <a:xfrm>
              <a:off x="4491" y="4049"/>
              <a:ext cx="196" cy="105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48" name="Oval 200"/>
            <p:cNvSpPr>
              <a:spLocks noChangeArrowheads="1"/>
            </p:cNvSpPr>
            <p:nvPr/>
          </p:nvSpPr>
          <p:spPr bwMode="hidden">
            <a:xfrm>
              <a:off x="3989" y="3396"/>
              <a:ext cx="168" cy="96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49" name="Oval 201"/>
            <p:cNvSpPr>
              <a:spLocks noChangeArrowheads="1"/>
            </p:cNvSpPr>
            <p:nvPr/>
          </p:nvSpPr>
          <p:spPr bwMode="hidden">
            <a:xfrm>
              <a:off x="4263" y="3141"/>
              <a:ext cx="167" cy="95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50" name="Oval 202"/>
            <p:cNvSpPr>
              <a:spLocks noChangeArrowheads="1"/>
            </p:cNvSpPr>
            <p:nvPr/>
          </p:nvSpPr>
          <p:spPr bwMode="hidden">
            <a:xfrm>
              <a:off x="5044" y="3418"/>
              <a:ext cx="167" cy="95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51" name="Oval 203"/>
            <p:cNvSpPr>
              <a:spLocks noChangeArrowheads="1"/>
            </p:cNvSpPr>
            <p:nvPr/>
          </p:nvSpPr>
          <p:spPr bwMode="hidden">
            <a:xfrm>
              <a:off x="4553" y="2873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52" name="Oval 204"/>
            <p:cNvSpPr>
              <a:spLocks noChangeArrowheads="1"/>
            </p:cNvSpPr>
            <p:nvPr/>
          </p:nvSpPr>
          <p:spPr bwMode="hidden">
            <a:xfrm>
              <a:off x="5293" y="3116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53" name="Oval 205"/>
            <p:cNvSpPr>
              <a:spLocks noChangeArrowheads="1"/>
            </p:cNvSpPr>
            <p:nvPr/>
          </p:nvSpPr>
          <p:spPr bwMode="hidden">
            <a:xfrm>
              <a:off x="5497" y="2879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54" name="Oval 206"/>
            <p:cNvSpPr>
              <a:spLocks noChangeArrowheads="1"/>
            </p:cNvSpPr>
            <p:nvPr/>
          </p:nvSpPr>
          <p:spPr bwMode="hidden">
            <a:xfrm>
              <a:off x="4772" y="2673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55" name="Oval 207"/>
            <p:cNvSpPr>
              <a:spLocks noChangeArrowheads="1"/>
            </p:cNvSpPr>
            <p:nvPr/>
          </p:nvSpPr>
          <p:spPr bwMode="hidden">
            <a:xfrm>
              <a:off x="4966" y="2488"/>
              <a:ext cx="156" cy="84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56" name="Oval 208"/>
            <p:cNvSpPr>
              <a:spLocks noChangeArrowheads="1"/>
            </p:cNvSpPr>
            <p:nvPr/>
          </p:nvSpPr>
          <p:spPr bwMode="hidden">
            <a:xfrm>
              <a:off x="5444" y="205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57" name="Oval 209"/>
            <p:cNvSpPr>
              <a:spLocks noChangeArrowheads="1"/>
            </p:cNvSpPr>
            <p:nvPr/>
          </p:nvSpPr>
          <p:spPr bwMode="hidden">
            <a:xfrm>
              <a:off x="5161" y="2314"/>
              <a:ext cx="140" cy="73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58" name="Oval 210"/>
            <p:cNvSpPr>
              <a:spLocks noChangeArrowheads="1"/>
            </p:cNvSpPr>
            <p:nvPr/>
          </p:nvSpPr>
          <p:spPr bwMode="hidden">
            <a:xfrm>
              <a:off x="5318" y="2176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59" name="Oval 211"/>
            <p:cNvSpPr>
              <a:spLocks noChangeArrowheads="1"/>
            </p:cNvSpPr>
            <p:nvPr/>
          </p:nvSpPr>
          <p:spPr bwMode="hidden">
            <a:xfrm>
              <a:off x="5581" y="1933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60" name="Oval 212"/>
            <p:cNvSpPr>
              <a:spLocks noChangeArrowheads="1"/>
            </p:cNvSpPr>
            <p:nvPr/>
          </p:nvSpPr>
          <p:spPr bwMode="hidden">
            <a:xfrm>
              <a:off x="5689" y="1811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61" name="Oval 213"/>
            <p:cNvSpPr>
              <a:spLocks noChangeArrowheads="1"/>
            </p:cNvSpPr>
            <p:nvPr/>
          </p:nvSpPr>
          <p:spPr bwMode="hidden">
            <a:xfrm>
              <a:off x="5663" y="2680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62" name="Oval 214"/>
            <p:cNvSpPr>
              <a:spLocks noChangeArrowheads="1"/>
            </p:cNvSpPr>
            <p:nvPr/>
          </p:nvSpPr>
          <p:spPr bwMode="hidden">
            <a:xfrm>
              <a:off x="-65" y="2865"/>
              <a:ext cx="150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63" name="Oval 215"/>
            <p:cNvSpPr>
              <a:spLocks noChangeArrowheads="1"/>
            </p:cNvSpPr>
            <p:nvPr/>
          </p:nvSpPr>
          <p:spPr bwMode="hidden">
            <a:xfrm>
              <a:off x="2" y="2477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64" name="Oval 216"/>
            <p:cNvSpPr>
              <a:spLocks noChangeArrowheads="1"/>
            </p:cNvSpPr>
            <p:nvPr/>
          </p:nvSpPr>
          <p:spPr bwMode="hidden">
            <a:xfrm>
              <a:off x="-9" y="1436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744665" name="Oval 217"/>
            <p:cNvSpPr>
              <a:spLocks noChangeArrowheads="1"/>
            </p:cNvSpPr>
            <p:nvPr/>
          </p:nvSpPr>
          <p:spPr bwMode="hidden">
            <a:xfrm>
              <a:off x="5624" y="4010"/>
              <a:ext cx="201" cy="106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</p:grpSp>
      <p:sp>
        <p:nvSpPr>
          <p:cNvPr id="744666" name="Rectangle 2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88298C6C-B177-45F8-91D0-0B2D738EC6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44667" name="Rectangle 21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744669" name="Rectangle 22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3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1" smtClean="0"/>
              <a:t>Click to edit Master text styles</a:t>
            </a:r>
          </a:p>
          <a:p>
            <a:pPr lvl="1"/>
            <a:r>
              <a:rPr lang="en-US" noProof="1" smtClean="0"/>
              <a:t>Second level</a:t>
            </a:r>
          </a:p>
          <a:p>
            <a:pPr lvl="2"/>
            <a:r>
              <a:rPr lang="en-US" noProof="1" smtClean="0"/>
              <a:t>Third level</a:t>
            </a:r>
          </a:p>
          <a:p>
            <a:pPr lvl="3"/>
            <a:r>
              <a:rPr lang="en-US" noProof="1" smtClean="0"/>
              <a:t>Fourth level</a:t>
            </a:r>
          </a:p>
          <a:p>
            <a:pPr lvl="4"/>
            <a:r>
              <a:rPr lang="en-US" noProof="1" smtClean="0"/>
              <a:t>Fifth level</a:t>
            </a:r>
          </a:p>
        </p:txBody>
      </p:sp>
      <p:sp>
        <p:nvSpPr>
          <p:cNvPr id="744670" name="Rectangle 22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noProof="1" smtClean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04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Blip>
          <a:blip r:embed="rId13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Blip>
          <a:blip r:embed="rId13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Blip>
          <a:blip r:embed="rId13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3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3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3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3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0">
          <a:gsLst>
            <a:gs pos="0">
              <a:schemeClr val="bg1"/>
            </a:gs>
            <a:gs pos="100000">
              <a:srgbClr val="2F2F47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-496888" y="1308100"/>
            <a:ext cx="10429876" cy="5908675"/>
            <a:chOff x="-313" y="824"/>
            <a:chExt cx="6570" cy="3722"/>
          </a:xfrm>
        </p:grpSpPr>
        <p:sp>
          <p:nvSpPr>
            <p:cNvPr id="1031" name="Rectangle 3"/>
            <p:cNvSpPr>
              <a:spLocks noChangeArrowheads="1"/>
            </p:cNvSpPr>
            <p:nvPr userDrawn="1"/>
          </p:nvSpPr>
          <p:spPr bwMode="auto">
            <a:xfrm rot="20798144" flipV="1">
              <a:off x="-14" y="1033"/>
              <a:ext cx="1744" cy="6"/>
            </a:xfrm>
            <a:prstGeom prst="rect">
              <a:avLst/>
            </a:prstGeom>
            <a:gradFill rotWithShape="0">
              <a:gsLst>
                <a:gs pos="0">
                  <a:srgbClr val="5D5D8B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solidFill>
                  <a:srgbClr val="FFFF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32" name="Rectangle 4"/>
            <p:cNvSpPr>
              <a:spLocks noChangeArrowheads="1"/>
            </p:cNvSpPr>
            <p:nvPr userDrawn="1"/>
          </p:nvSpPr>
          <p:spPr bwMode="auto">
            <a:xfrm rot="20774366" flipV="1">
              <a:off x="-24" y="1127"/>
              <a:ext cx="2033" cy="6"/>
            </a:xfrm>
            <a:prstGeom prst="rect">
              <a:avLst/>
            </a:prstGeom>
            <a:gradFill rotWithShape="0">
              <a:gsLst>
                <a:gs pos="0">
                  <a:srgbClr val="5D5D8B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solidFill>
                  <a:srgbClr val="FFFF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33" name="Rectangle 5"/>
            <p:cNvSpPr>
              <a:spLocks noChangeArrowheads="1"/>
            </p:cNvSpPr>
            <p:nvPr userDrawn="1"/>
          </p:nvSpPr>
          <p:spPr bwMode="auto">
            <a:xfrm rot="20757421" flipV="1">
              <a:off x="-27" y="1198"/>
              <a:ext cx="2246" cy="6"/>
            </a:xfrm>
            <a:prstGeom prst="rect">
              <a:avLst/>
            </a:prstGeom>
            <a:gradFill rotWithShape="0">
              <a:gsLst>
                <a:gs pos="0">
                  <a:srgbClr val="5D5D8B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solidFill>
                  <a:srgbClr val="FFFF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34" name="Rectangle 6"/>
            <p:cNvSpPr>
              <a:spLocks noChangeArrowheads="1"/>
            </p:cNvSpPr>
            <p:nvPr userDrawn="1"/>
          </p:nvSpPr>
          <p:spPr bwMode="auto">
            <a:xfrm rot="20684206" flipV="1">
              <a:off x="-43" y="1283"/>
              <a:ext cx="2476" cy="6"/>
            </a:xfrm>
            <a:prstGeom prst="rect">
              <a:avLst/>
            </a:prstGeom>
            <a:gradFill rotWithShape="0">
              <a:gsLst>
                <a:gs pos="0">
                  <a:srgbClr val="5D5D8B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solidFill>
                  <a:srgbClr val="FFFF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35" name="Rectangle 7"/>
            <p:cNvSpPr>
              <a:spLocks noChangeArrowheads="1"/>
            </p:cNvSpPr>
            <p:nvPr userDrawn="1"/>
          </p:nvSpPr>
          <p:spPr bwMode="auto">
            <a:xfrm rot="20631226" flipV="1">
              <a:off x="-51" y="1397"/>
              <a:ext cx="2770" cy="6"/>
            </a:xfrm>
            <a:prstGeom prst="rect">
              <a:avLst/>
            </a:prstGeom>
            <a:gradFill rotWithShape="0">
              <a:gsLst>
                <a:gs pos="0">
                  <a:srgbClr val="5D5D8B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solidFill>
                  <a:srgbClr val="FFFF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36" name="Rectangle 8"/>
            <p:cNvSpPr>
              <a:spLocks noChangeArrowheads="1"/>
            </p:cNvSpPr>
            <p:nvPr userDrawn="1"/>
          </p:nvSpPr>
          <p:spPr bwMode="auto">
            <a:xfrm rot="20554235" flipV="1">
              <a:off x="-65" y="1523"/>
              <a:ext cx="3058" cy="6"/>
            </a:xfrm>
            <a:prstGeom prst="rect">
              <a:avLst/>
            </a:prstGeom>
            <a:gradFill rotWithShape="0">
              <a:gsLst>
                <a:gs pos="0">
                  <a:srgbClr val="5D5D8B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solidFill>
                  <a:srgbClr val="FFFF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37" name="Rectangle 9"/>
            <p:cNvSpPr>
              <a:spLocks noChangeArrowheads="1"/>
            </p:cNvSpPr>
            <p:nvPr userDrawn="1"/>
          </p:nvSpPr>
          <p:spPr bwMode="auto">
            <a:xfrm rot="20466593" flipV="1">
              <a:off x="-93" y="1694"/>
              <a:ext cx="3403" cy="6"/>
            </a:xfrm>
            <a:prstGeom prst="rect">
              <a:avLst/>
            </a:prstGeom>
            <a:gradFill rotWithShape="0">
              <a:gsLst>
                <a:gs pos="0">
                  <a:srgbClr val="5D5D8B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solidFill>
                  <a:srgbClr val="FFFF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38" name="Rectangle 10"/>
            <p:cNvSpPr>
              <a:spLocks noChangeArrowheads="1"/>
            </p:cNvSpPr>
            <p:nvPr userDrawn="1"/>
          </p:nvSpPr>
          <p:spPr bwMode="auto">
            <a:xfrm rot="20343219" flipV="1">
              <a:off x="-99" y="1863"/>
              <a:ext cx="374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565682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solidFill>
                  <a:srgbClr val="FFFF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39" name="Rectangle 11"/>
            <p:cNvSpPr>
              <a:spLocks noChangeArrowheads="1"/>
            </p:cNvSpPr>
            <p:nvPr userDrawn="1"/>
          </p:nvSpPr>
          <p:spPr bwMode="auto">
            <a:xfrm rot="20211065" flipV="1">
              <a:off x="-165" y="2053"/>
              <a:ext cx="420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4D4D74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solidFill>
                  <a:srgbClr val="FFFF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40" name="Rectangle 12"/>
            <p:cNvSpPr>
              <a:spLocks noChangeArrowheads="1"/>
            </p:cNvSpPr>
            <p:nvPr userDrawn="1"/>
          </p:nvSpPr>
          <p:spPr bwMode="auto">
            <a:xfrm rot="20102912" flipV="1">
              <a:off x="-214" y="2289"/>
              <a:ext cx="4612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47476B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solidFill>
                  <a:srgbClr val="FFFF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41" name="Rectangle 13"/>
            <p:cNvSpPr>
              <a:spLocks noChangeArrowheads="1"/>
            </p:cNvSpPr>
            <p:nvPr userDrawn="1"/>
          </p:nvSpPr>
          <p:spPr bwMode="auto">
            <a:xfrm rot="19923405" flipV="1">
              <a:off x="-313" y="2617"/>
              <a:ext cx="5200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3E3E5D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solidFill>
                  <a:srgbClr val="FFFF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42" name="Rectangle 14"/>
            <p:cNvSpPr>
              <a:spLocks noChangeArrowheads="1"/>
            </p:cNvSpPr>
            <p:nvPr userDrawn="1"/>
          </p:nvSpPr>
          <p:spPr bwMode="auto">
            <a:xfrm rot="19686284" flipV="1">
              <a:off x="9" y="2881"/>
              <a:ext cx="5401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2F2F47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solidFill>
                  <a:srgbClr val="FFFF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43" name="Rectangle 15"/>
            <p:cNvSpPr>
              <a:spLocks noChangeArrowheads="1"/>
            </p:cNvSpPr>
            <p:nvPr userDrawn="1"/>
          </p:nvSpPr>
          <p:spPr bwMode="auto">
            <a:xfrm rot="19383534" flipV="1">
              <a:off x="1319" y="2928"/>
              <a:ext cx="4612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1F1F2E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solidFill>
                  <a:srgbClr val="FFFF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44" name="Rectangle 16"/>
            <p:cNvSpPr>
              <a:spLocks noChangeArrowheads="1"/>
            </p:cNvSpPr>
            <p:nvPr userDrawn="1"/>
          </p:nvSpPr>
          <p:spPr bwMode="auto">
            <a:xfrm rot="18994182" flipV="1">
              <a:off x="2681" y="3071"/>
              <a:ext cx="357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030305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solidFill>
                  <a:srgbClr val="FFFF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45" name="Rectangle 17"/>
            <p:cNvSpPr>
              <a:spLocks noChangeArrowheads="1"/>
            </p:cNvSpPr>
            <p:nvPr userDrawn="1"/>
          </p:nvSpPr>
          <p:spPr bwMode="auto">
            <a:xfrm rot="18603245" flipV="1">
              <a:off x="4053" y="3501"/>
              <a:ext cx="207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000000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 vert="eaVert"/>
            <a:lstStyle/>
            <a:p>
              <a:pPr algn="ctr" eaLnBrk="1" hangingPunct="1">
                <a:defRPr/>
              </a:pPr>
              <a:endParaRPr noProof="1">
                <a:solidFill>
                  <a:srgbClr val="FFFF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46" name="Rectangle 18"/>
            <p:cNvSpPr>
              <a:spLocks noChangeArrowheads="1"/>
            </p:cNvSpPr>
            <p:nvPr userDrawn="1"/>
          </p:nvSpPr>
          <p:spPr bwMode="auto">
            <a:xfrm rot="-3208425" flipH="1" flipV="1">
              <a:off x="5368" y="4165"/>
              <a:ext cx="501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000000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 vert="eaVert"/>
            <a:lstStyle/>
            <a:p>
              <a:pPr algn="ctr" eaLnBrk="1" hangingPunct="1">
                <a:defRPr/>
              </a:pPr>
              <a:endParaRPr noProof="1">
                <a:solidFill>
                  <a:srgbClr val="FFFF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744467" name="Rectangle 19"/>
            <p:cNvSpPr>
              <a:spLocks noChangeArrowheads="1"/>
            </p:cNvSpPr>
            <p:nvPr/>
          </p:nvSpPr>
          <p:spPr bwMode="hidden">
            <a:xfrm rot="-20541361">
              <a:off x="-146" y="2360"/>
              <a:ext cx="604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744468" name="Rectangle 20"/>
            <p:cNvSpPr>
              <a:spLocks noChangeArrowheads="1"/>
            </p:cNvSpPr>
            <p:nvPr/>
          </p:nvSpPr>
          <p:spPr bwMode="hidden">
            <a:xfrm rot="-20036206">
              <a:off x="-198" y="3396"/>
              <a:ext cx="4142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3529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744469" name="Rectangle 21"/>
            <p:cNvSpPr>
              <a:spLocks noChangeArrowheads="1"/>
            </p:cNvSpPr>
            <p:nvPr/>
          </p:nvSpPr>
          <p:spPr bwMode="hidden">
            <a:xfrm rot="1732981">
              <a:off x="-165" y="3624"/>
              <a:ext cx="280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3529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744470" name="Rectangle 22"/>
            <p:cNvSpPr>
              <a:spLocks noChangeArrowheads="1"/>
            </p:cNvSpPr>
            <p:nvPr/>
          </p:nvSpPr>
          <p:spPr bwMode="hidden">
            <a:xfrm rot="1969083">
              <a:off x="-110" y="3922"/>
              <a:ext cx="1400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744471" name="Rectangle 23"/>
            <p:cNvSpPr>
              <a:spLocks noChangeArrowheads="1"/>
            </p:cNvSpPr>
            <p:nvPr/>
          </p:nvSpPr>
          <p:spPr bwMode="hidden">
            <a:xfrm rot="-20213826">
              <a:off x="-216" y="3221"/>
              <a:ext cx="5477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862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744472" name="Rectangle 24"/>
            <p:cNvSpPr>
              <a:spLocks noChangeArrowheads="1"/>
            </p:cNvSpPr>
            <p:nvPr/>
          </p:nvSpPr>
          <p:spPr bwMode="hidden">
            <a:xfrm rot="22583969">
              <a:off x="-115" y="2129"/>
              <a:ext cx="601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7647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53" name="Rectangle 25"/>
            <p:cNvSpPr>
              <a:spLocks noChangeArrowheads="1"/>
            </p:cNvSpPr>
            <p:nvPr userDrawn="1"/>
          </p:nvSpPr>
          <p:spPr bwMode="auto">
            <a:xfrm rot="930109" flipV="1">
              <a:off x="80" y="1946"/>
              <a:ext cx="575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3E3E5D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solidFill>
                  <a:srgbClr val="FFFF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744474" name="Rectangle 26"/>
            <p:cNvSpPr>
              <a:spLocks noChangeArrowheads="1"/>
            </p:cNvSpPr>
            <p:nvPr/>
          </p:nvSpPr>
          <p:spPr bwMode="hidden">
            <a:xfrm rot="-20731987">
              <a:off x="374" y="1802"/>
              <a:ext cx="5475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744475" name="Rectangle 27"/>
            <p:cNvSpPr>
              <a:spLocks noChangeArrowheads="1"/>
            </p:cNvSpPr>
            <p:nvPr/>
          </p:nvSpPr>
          <p:spPr bwMode="hidden">
            <a:xfrm rot="-64024402">
              <a:off x="848" y="1582"/>
              <a:ext cx="497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744476" name="Rectangle 28"/>
            <p:cNvSpPr>
              <a:spLocks noChangeArrowheads="1"/>
            </p:cNvSpPr>
            <p:nvPr/>
          </p:nvSpPr>
          <p:spPr bwMode="hidden">
            <a:xfrm rot="-42464612">
              <a:off x="1053" y="1476"/>
              <a:ext cx="475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744477" name="Rectangle 29"/>
            <p:cNvSpPr>
              <a:spLocks noChangeArrowheads="1"/>
            </p:cNvSpPr>
            <p:nvPr/>
          </p:nvSpPr>
          <p:spPr bwMode="hidden">
            <a:xfrm rot="-20907336">
              <a:off x="1244" y="1377"/>
              <a:ext cx="4557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altLang="zh-CN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58" name="Rectangle 30"/>
            <p:cNvSpPr>
              <a:spLocks noChangeArrowheads="1"/>
            </p:cNvSpPr>
            <p:nvPr userDrawn="1"/>
          </p:nvSpPr>
          <p:spPr bwMode="auto">
            <a:xfrm rot="655690" flipV="1">
              <a:off x="1487" y="1305"/>
              <a:ext cx="431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444466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solidFill>
                  <a:srgbClr val="FFFF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59" name="Rectangle 31"/>
            <p:cNvSpPr>
              <a:spLocks noChangeArrowheads="1"/>
            </p:cNvSpPr>
            <p:nvPr userDrawn="1"/>
          </p:nvSpPr>
          <p:spPr bwMode="auto">
            <a:xfrm rot="636921" flipV="1">
              <a:off x="1650" y="1218"/>
              <a:ext cx="415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444466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solidFill>
                  <a:srgbClr val="FFFF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60" name="Rectangle 32"/>
            <p:cNvSpPr>
              <a:spLocks noChangeArrowheads="1"/>
            </p:cNvSpPr>
            <p:nvPr userDrawn="1"/>
          </p:nvSpPr>
          <p:spPr bwMode="auto">
            <a:xfrm rot="803987" flipV="1">
              <a:off x="611" y="1684"/>
              <a:ext cx="520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3E3E5D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solidFill>
                  <a:srgbClr val="FFFF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61" name="Rectangle 33"/>
            <p:cNvSpPr>
              <a:spLocks noChangeArrowheads="1"/>
            </p:cNvSpPr>
            <p:nvPr userDrawn="1"/>
          </p:nvSpPr>
          <p:spPr bwMode="auto">
            <a:xfrm rot="1273217" flipV="1">
              <a:off x="-204" y="2976"/>
              <a:ext cx="6150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383853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solidFill>
                  <a:srgbClr val="FFFF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62" name="Rectangle 34"/>
            <p:cNvSpPr>
              <a:spLocks noChangeArrowheads="1"/>
            </p:cNvSpPr>
            <p:nvPr userDrawn="1"/>
          </p:nvSpPr>
          <p:spPr bwMode="auto">
            <a:xfrm rot="1169729" flipV="1">
              <a:off x="-174" y="2663"/>
              <a:ext cx="610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34344F"/>
                </a:gs>
              </a:gsLst>
              <a:lin ang="2700000" scaled="1"/>
            </a:gradFill>
            <a:ln>
              <a:noFill/>
            </a:ln>
            <a:extLst/>
          </p:spPr>
          <p:txBody>
            <a:bodyPr rot="10800000"/>
            <a:lstStyle/>
            <a:p>
              <a:pPr algn="ctr" eaLnBrk="1" hangingPunct="1">
                <a:defRPr/>
              </a:pPr>
              <a:endParaRPr noProof="1">
                <a:solidFill>
                  <a:srgbClr val="FFFF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744483" name="Oval 35"/>
            <p:cNvSpPr>
              <a:spLocks noChangeArrowheads="1"/>
            </p:cNvSpPr>
            <p:nvPr/>
          </p:nvSpPr>
          <p:spPr bwMode="hidden">
            <a:xfrm>
              <a:off x="740" y="3359"/>
              <a:ext cx="168" cy="9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484" name="Oval 36"/>
            <p:cNvSpPr>
              <a:spLocks noChangeArrowheads="1"/>
            </p:cNvSpPr>
            <p:nvPr/>
          </p:nvSpPr>
          <p:spPr bwMode="hidden">
            <a:xfrm>
              <a:off x="236" y="3074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485" name="Oval 37"/>
            <p:cNvSpPr>
              <a:spLocks noChangeArrowheads="1"/>
            </p:cNvSpPr>
            <p:nvPr/>
          </p:nvSpPr>
          <p:spPr bwMode="hidden">
            <a:xfrm>
              <a:off x="159" y="3652"/>
              <a:ext cx="196" cy="10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486" name="Oval 38"/>
            <p:cNvSpPr>
              <a:spLocks noChangeArrowheads="1"/>
            </p:cNvSpPr>
            <p:nvPr/>
          </p:nvSpPr>
          <p:spPr bwMode="hidden">
            <a:xfrm>
              <a:off x="2077" y="2661"/>
              <a:ext cx="156" cy="8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487" name="Oval 39"/>
            <p:cNvSpPr>
              <a:spLocks noChangeArrowheads="1"/>
            </p:cNvSpPr>
            <p:nvPr/>
          </p:nvSpPr>
          <p:spPr bwMode="hidden">
            <a:xfrm>
              <a:off x="1223" y="3076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488" name="Oval 40"/>
            <p:cNvSpPr>
              <a:spLocks noChangeArrowheads="1"/>
            </p:cNvSpPr>
            <p:nvPr/>
          </p:nvSpPr>
          <p:spPr bwMode="hidden">
            <a:xfrm>
              <a:off x="1686" y="2857"/>
              <a:ext cx="156" cy="9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489" name="Oval 41"/>
            <p:cNvSpPr>
              <a:spLocks noChangeArrowheads="1"/>
            </p:cNvSpPr>
            <p:nvPr/>
          </p:nvSpPr>
          <p:spPr bwMode="hidden">
            <a:xfrm>
              <a:off x="750" y="2839"/>
              <a:ext cx="151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490" name="Oval 42"/>
            <p:cNvSpPr>
              <a:spLocks noChangeArrowheads="1"/>
            </p:cNvSpPr>
            <p:nvPr/>
          </p:nvSpPr>
          <p:spPr bwMode="hidden">
            <a:xfrm>
              <a:off x="367" y="2656"/>
              <a:ext cx="150" cy="8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491" name="Oval 43"/>
            <p:cNvSpPr>
              <a:spLocks noChangeArrowheads="1"/>
            </p:cNvSpPr>
            <p:nvPr/>
          </p:nvSpPr>
          <p:spPr bwMode="hidden">
            <a:xfrm>
              <a:off x="1172" y="2642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492" name="Oval 44"/>
            <p:cNvSpPr>
              <a:spLocks noChangeArrowheads="1"/>
            </p:cNvSpPr>
            <p:nvPr/>
          </p:nvSpPr>
          <p:spPr bwMode="hidden">
            <a:xfrm>
              <a:off x="2401" y="2485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493" name="Oval 45"/>
            <p:cNvSpPr>
              <a:spLocks noChangeArrowheads="1"/>
            </p:cNvSpPr>
            <p:nvPr/>
          </p:nvSpPr>
          <p:spPr bwMode="hidden">
            <a:xfrm>
              <a:off x="1910" y="2314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494" name="Oval 46"/>
            <p:cNvSpPr>
              <a:spLocks noChangeArrowheads="1"/>
            </p:cNvSpPr>
            <p:nvPr/>
          </p:nvSpPr>
          <p:spPr bwMode="hidden">
            <a:xfrm>
              <a:off x="2254" y="2154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495" name="Oval 47"/>
            <p:cNvSpPr>
              <a:spLocks noChangeArrowheads="1"/>
            </p:cNvSpPr>
            <p:nvPr/>
          </p:nvSpPr>
          <p:spPr bwMode="hidden">
            <a:xfrm>
              <a:off x="2742" y="2305"/>
              <a:ext cx="140" cy="7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496" name="Oval 48"/>
            <p:cNvSpPr>
              <a:spLocks noChangeArrowheads="1"/>
            </p:cNvSpPr>
            <p:nvPr/>
          </p:nvSpPr>
          <p:spPr bwMode="hidden">
            <a:xfrm>
              <a:off x="2812" y="1898"/>
              <a:ext cx="12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497" name="Oval 49"/>
            <p:cNvSpPr>
              <a:spLocks noChangeArrowheads="1"/>
            </p:cNvSpPr>
            <p:nvPr/>
          </p:nvSpPr>
          <p:spPr bwMode="hidden">
            <a:xfrm>
              <a:off x="3721" y="1792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498" name="Oval 50"/>
            <p:cNvSpPr>
              <a:spLocks noChangeArrowheads="1"/>
            </p:cNvSpPr>
            <p:nvPr/>
          </p:nvSpPr>
          <p:spPr bwMode="hidden">
            <a:xfrm>
              <a:off x="3528" y="1896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499" name="Oval 51"/>
            <p:cNvSpPr>
              <a:spLocks noChangeArrowheads="1"/>
            </p:cNvSpPr>
            <p:nvPr/>
          </p:nvSpPr>
          <p:spPr bwMode="hidden">
            <a:xfrm>
              <a:off x="3064" y="1778"/>
              <a:ext cx="128" cy="6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00" name="Oval 52"/>
            <p:cNvSpPr>
              <a:spLocks noChangeArrowheads="1"/>
            </p:cNvSpPr>
            <p:nvPr/>
          </p:nvSpPr>
          <p:spPr bwMode="hidden">
            <a:xfrm>
              <a:off x="3277" y="2024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01" name="Oval 53"/>
            <p:cNvSpPr>
              <a:spLocks noChangeArrowheads="1"/>
            </p:cNvSpPr>
            <p:nvPr/>
          </p:nvSpPr>
          <p:spPr bwMode="hidden">
            <a:xfrm>
              <a:off x="3027" y="2160"/>
              <a:ext cx="133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02" name="Oval 54"/>
            <p:cNvSpPr>
              <a:spLocks noChangeArrowheads="1"/>
            </p:cNvSpPr>
            <p:nvPr/>
          </p:nvSpPr>
          <p:spPr bwMode="hidden">
            <a:xfrm>
              <a:off x="1569" y="2453"/>
              <a:ext cx="150" cy="9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03" name="Oval 55"/>
            <p:cNvSpPr>
              <a:spLocks noChangeArrowheads="1"/>
            </p:cNvSpPr>
            <p:nvPr/>
          </p:nvSpPr>
          <p:spPr bwMode="hidden">
            <a:xfrm>
              <a:off x="1863" y="2028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04" name="Oval 56"/>
            <p:cNvSpPr>
              <a:spLocks noChangeArrowheads="1"/>
            </p:cNvSpPr>
            <p:nvPr/>
          </p:nvSpPr>
          <p:spPr bwMode="hidden">
            <a:xfrm>
              <a:off x="1513" y="2175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05" name="Oval 57"/>
            <p:cNvSpPr>
              <a:spLocks noChangeArrowheads="1"/>
            </p:cNvSpPr>
            <p:nvPr/>
          </p:nvSpPr>
          <p:spPr bwMode="hidden">
            <a:xfrm>
              <a:off x="1191" y="2311"/>
              <a:ext cx="134" cy="7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06" name="Oval 58"/>
            <p:cNvSpPr>
              <a:spLocks noChangeArrowheads="1"/>
            </p:cNvSpPr>
            <p:nvPr/>
          </p:nvSpPr>
          <p:spPr bwMode="hidden">
            <a:xfrm>
              <a:off x="1154" y="2047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07" name="Oval 59"/>
            <p:cNvSpPr>
              <a:spLocks noChangeArrowheads="1"/>
            </p:cNvSpPr>
            <p:nvPr/>
          </p:nvSpPr>
          <p:spPr bwMode="hidden">
            <a:xfrm>
              <a:off x="1142" y="1803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08" name="Oval 60"/>
            <p:cNvSpPr>
              <a:spLocks noChangeArrowheads="1"/>
            </p:cNvSpPr>
            <p:nvPr/>
          </p:nvSpPr>
          <p:spPr bwMode="hidden">
            <a:xfrm>
              <a:off x="1500" y="1912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09" name="Oval 61"/>
            <p:cNvSpPr>
              <a:spLocks noChangeArrowheads="1"/>
            </p:cNvSpPr>
            <p:nvPr/>
          </p:nvSpPr>
          <p:spPr bwMode="hidden">
            <a:xfrm>
              <a:off x="1804" y="1801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10" name="Oval 62"/>
            <p:cNvSpPr>
              <a:spLocks noChangeArrowheads="1"/>
            </p:cNvSpPr>
            <p:nvPr/>
          </p:nvSpPr>
          <p:spPr bwMode="hidden">
            <a:xfrm>
              <a:off x="2159" y="1905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11" name="Oval 63"/>
            <p:cNvSpPr>
              <a:spLocks noChangeArrowheads="1"/>
            </p:cNvSpPr>
            <p:nvPr/>
          </p:nvSpPr>
          <p:spPr bwMode="hidden">
            <a:xfrm>
              <a:off x="2432" y="1787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12" name="Oval 64"/>
            <p:cNvSpPr>
              <a:spLocks noChangeArrowheads="1"/>
            </p:cNvSpPr>
            <p:nvPr/>
          </p:nvSpPr>
          <p:spPr bwMode="hidden">
            <a:xfrm>
              <a:off x="470" y="203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13" name="Oval 65"/>
            <p:cNvSpPr>
              <a:spLocks noChangeArrowheads="1"/>
            </p:cNvSpPr>
            <p:nvPr/>
          </p:nvSpPr>
          <p:spPr bwMode="hidden">
            <a:xfrm>
              <a:off x="68" y="2166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14" name="Oval 66"/>
            <p:cNvSpPr>
              <a:spLocks noChangeArrowheads="1"/>
            </p:cNvSpPr>
            <p:nvPr/>
          </p:nvSpPr>
          <p:spPr bwMode="hidden">
            <a:xfrm>
              <a:off x="798" y="1916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15" name="Oval 67"/>
            <p:cNvSpPr>
              <a:spLocks noChangeArrowheads="1"/>
            </p:cNvSpPr>
            <p:nvPr/>
          </p:nvSpPr>
          <p:spPr bwMode="hidden">
            <a:xfrm>
              <a:off x="455" y="1797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16" name="Oval 68"/>
            <p:cNvSpPr>
              <a:spLocks noChangeArrowheads="1"/>
            </p:cNvSpPr>
            <p:nvPr/>
          </p:nvSpPr>
          <p:spPr bwMode="hidden">
            <a:xfrm>
              <a:off x="113" y="1901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17" name="Oval 69"/>
            <p:cNvSpPr>
              <a:spLocks noChangeArrowheads="1"/>
            </p:cNvSpPr>
            <p:nvPr/>
          </p:nvSpPr>
          <p:spPr bwMode="hidden">
            <a:xfrm>
              <a:off x="432" y="2323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18" name="Oval 70"/>
            <p:cNvSpPr>
              <a:spLocks noChangeArrowheads="1"/>
            </p:cNvSpPr>
            <p:nvPr/>
          </p:nvSpPr>
          <p:spPr bwMode="hidden">
            <a:xfrm>
              <a:off x="814" y="2178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19" name="Oval 71"/>
            <p:cNvSpPr>
              <a:spLocks noChangeArrowheads="1"/>
            </p:cNvSpPr>
            <p:nvPr/>
          </p:nvSpPr>
          <p:spPr bwMode="hidden">
            <a:xfrm>
              <a:off x="789" y="2472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20" name="Oval 72"/>
            <p:cNvSpPr>
              <a:spLocks noChangeArrowheads="1"/>
            </p:cNvSpPr>
            <p:nvPr/>
          </p:nvSpPr>
          <p:spPr bwMode="hidden">
            <a:xfrm>
              <a:off x="2544" y="2015"/>
              <a:ext cx="140" cy="7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21" name="Oval 73"/>
            <p:cNvSpPr>
              <a:spLocks noChangeArrowheads="1"/>
            </p:cNvSpPr>
            <p:nvPr/>
          </p:nvSpPr>
          <p:spPr bwMode="hidden">
            <a:xfrm>
              <a:off x="1457" y="1700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22" name="Oval 74"/>
            <p:cNvSpPr>
              <a:spLocks noChangeArrowheads="1"/>
            </p:cNvSpPr>
            <p:nvPr/>
          </p:nvSpPr>
          <p:spPr bwMode="hidden">
            <a:xfrm>
              <a:off x="1747" y="1599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23" name="Oval 75"/>
            <p:cNvSpPr>
              <a:spLocks noChangeArrowheads="1"/>
            </p:cNvSpPr>
            <p:nvPr/>
          </p:nvSpPr>
          <p:spPr bwMode="hidden">
            <a:xfrm>
              <a:off x="1385" y="1506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24" name="Oval 76"/>
            <p:cNvSpPr>
              <a:spLocks noChangeArrowheads="1"/>
            </p:cNvSpPr>
            <p:nvPr/>
          </p:nvSpPr>
          <p:spPr bwMode="hidden">
            <a:xfrm>
              <a:off x="1093" y="1595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25" name="Oval 77"/>
            <p:cNvSpPr>
              <a:spLocks noChangeArrowheads="1"/>
            </p:cNvSpPr>
            <p:nvPr/>
          </p:nvSpPr>
          <p:spPr bwMode="hidden">
            <a:xfrm>
              <a:off x="792" y="1690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26" name="Oval 78"/>
            <p:cNvSpPr>
              <a:spLocks noChangeArrowheads="1"/>
            </p:cNvSpPr>
            <p:nvPr/>
          </p:nvSpPr>
          <p:spPr bwMode="hidden">
            <a:xfrm>
              <a:off x="2011" y="1512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27" name="Oval 79"/>
            <p:cNvSpPr>
              <a:spLocks noChangeArrowheads="1"/>
            </p:cNvSpPr>
            <p:nvPr/>
          </p:nvSpPr>
          <p:spPr bwMode="hidden">
            <a:xfrm>
              <a:off x="2087" y="1696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28" name="Oval 80"/>
            <p:cNvSpPr>
              <a:spLocks noChangeArrowheads="1"/>
            </p:cNvSpPr>
            <p:nvPr/>
          </p:nvSpPr>
          <p:spPr bwMode="hidden">
            <a:xfrm>
              <a:off x="2345" y="1601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29" name="Oval 81"/>
            <p:cNvSpPr>
              <a:spLocks noChangeArrowheads="1"/>
            </p:cNvSpPr>
            <p:nvPr/>
          </p:nvSpPr>
          <p:spPr bwMode="hidden">
            <a:xfrm>
              <a:off x="2684" y="1686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30" name="Oval 82"/>
            <p:cNvSpPr>
              <a:spLocks noChangeArrowheads="1"/>
            </p:cNvSpPr>
            <p:nvPr/>
          </p:nvSpPr>
          <p:spPr bwMode="hidden">
            <a:xfrm>
              <a:off x="806" y="1512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31" name="Oval 83"/>
            <p:cNvSpPr>
              <a:spLocks noChangeArrowheads="1"/>
            </p:cNvSpPr>
            <p:nvPr/>
          </p:nvSpPr>
          <p:spPr bwMode="hidden">
            <a:xfrm>
              <a:off x="495" y="1597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32" name="Oval 84"/>
            <p:cNvSpPr>
              <a:spLocks noChangeArrowheads="1"/>
            </p:cNvSpPr>
            <p:nvPr/>
          </p:nvSpPr>
          <p:spPr bwMode="hidden">
            <a:xfrm>
              <a:off x="228" y="1508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33" name="Oval 85"/>
            <p:cNvSpPr>
              <a:spLocks noChangeArrowheads="1"/>
            </p:cNvSpPr>
            <p:nvPr/>
          </p:nvSpPr>
          <p:spPr bwMode="hidden">
            <a:xfrm>
              <a:off x="157" y="1698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34" name="Oval 86"/>
            <p:cNvSpPr>
              <a:spLocks noChangeArrowheads="1"/>
            </p:cNvSpPr>
            <p:nvPr/>
          </p:nvSpPr>
          <p:spPr bwMode="hidden">
            <a:xfrm>
              <a:off x="2887" y="1595"/>
              <a:ext cx="124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35" name="Oval 87"/>
            <p:cNvSpPr>
              <a:spLocks noChangeArrowheads="1"/>
            </p:cNvSpPr>
            <p:nvPr/>
          </p:nvSpPr>
          <p:spPr bwMode="hidden">
            <a:xfrm>
              <a:off x="3079" y="1511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36" name="Oval 88"/>
            <p:cNvSpPr>
              <a:spLocks noChangeArrowheads="1"/>
            </p:cNvSpPr>
            <p:nvPr/>
          </p:nvSpPr>
          <p:spPr bwMode="hidden">
            <a:xfrm>
              <a:off x="3270" y="1688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37" name="Oval 89"/>
            <p:cNvSpPr>
              <a:spLocks noChangeArrowheads="1"/>
            </p:cNvSpPr>
            <p:nvPr/>
          </p:nvSpPr>
          <p:spPr bwMode="hidden">
            <a:xfrm>
              <a:off x="3453" y="1599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38" name="Oval 90"/>
            <p:cNvSpPr>
              <a:spLocks noChangeArrowheads="1"/>
            </p:cNvSpPr>
            <p:nvPr/>
          </p:nvSpPr>
          <p:spPr bwMode="hidden">
            <a:xfrm>
              <a:off x="3651" y="1506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39" name="Oval 91"/>
            <p:cNvSpPr>
              <a:spLocks noChangeArrowheads="1"/>
            </p:cNvSpPr>
            <p:nvPr/>
          </p:nvSpPr>
          <p:spPr bwMode="hidden">
            <a:xfrm>
              <a:off x="4251" y="1513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40" name="Oval 92"/>
            <p:cNvSpPr>
              <a:spLocks noChangeArrowheads="1"/>
            </p:cNvSpPr>
            <p:nvPr/>
          </p:nvSpPr>
          <p:spPr bwMode="hidden">
            <a:xfrm>
              <a:off x="3901" y="1701"/>
              <a:ext cx="128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41" name="Oval 93"/>
            <p:cNvSpPr>
              <a:spLocks noChangeArrowheads="1"/>
            </p:cNvSpPr>
            <p:nvPr/>
          </p:nvSpPr>
          <p:spPr bwMode="hidden">
            <a:xfrm>
              <a:off x="4086" y="1608"/>
              <a:ext cx="128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42" name="Oval 94"/>
            <p:cNvSpPr>
              <a:spLocks noChangeArrowheads="1"/>
            </p:cNvSpPr>
            <p:nvPr/>
          </p:nvSpPr>
          <p:spPr bwMode="hidden">
            <a:xfrm>
              <a:off x="1282" y="3653"/>
              <a:ext cx="196" cy="11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43" name="Oval 95"/>
            <p:cNvSpPr>
              <a:spLocks noChangeArrowheads="1"/>
            </p:cNvSpPr>
            <p:nvPr/>
          </p:nvSpPr>
          <p:spPr bwMode="hidden">
            <a:xfrm>
              <a:off x="707" y="4014"/>
              <a:ext cx="191" cy="11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44" name="Oval 96"/>
            <p:cNvSpPr>
              <a:spLocks noChangeArrowheads="1"/>
            </p:cNvSpPr>
            <p:nvPr/>
          </p:nvSpPr>
          <p:spPr bwMode="hidden">
            <a:xfrm>
              <a:off x="2229" y="3090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45" name="Oval 97"/>
            <p:cNvSpPr>
              <a:spLocks noChangeArrowheads="1"/>
            </p:cNvSpPr>
            <p:nvPr/>
          </p:nvSpPr>
          <p:spPr bwMode="hidden">
            <a:xfrm>
              <a:off x="2604" y="2867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46" name="Oval 98"/>
            <p:cNvSpPr>
              <a:spLocks noChangeArrowheads="1"/>
            </p:cNvSpPr>
            <p:nvPr/>
          </p:nvSpPr>
          <p:spPr bwMode="hidden">
            <a:xfrm>
              <a:off x="2907" y="2668"/>
              <a:ext cx="156" cy="84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47" name="Oval 99"/>
            <p:cNvSpPr>
              <a:spLocks noChangeArrowheads="1"/>
            </p:cNvSpPr>
            <p:nvPr/>
          </p:nvSpPr>
          <p:spPr bwMode="hidden">
            <a:xfrm>
              <a:off x="3248" y="2454"/>
              <a:ext cx="150" cy="9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48" name="Oval 100"/>
            <p:cNvSpPr>
              <a:spLocks noChangeArrowheads="1"/>
            </p:cNvSpPr>
            <p:nvPr/>
          </p:nvSpPr>
          <p:spPr bwMode="hidden">
            <a:xfrm>
              <a:off x="1801" y="3360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49" name="Oval 101"/>
            <p:cNvSpPr>
              <a:spLocks noChangeArrowheads="1"/>
            </p:cNvSpPr>
            <p:nvPr/>
          </p:nvSpPr>
          <p:spPr bwMode="hidden">
            <a:xfrm>
              <a:off x="3512" y="230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50" name="Oval 102"/>
            <p:cNvSpPr>
              <a:spLocks noChangeArrowheads="1"/>
            </p:cNvSpPr>
            <p:nvPr/>
          </p:nvSpPr>
          <p:spPr bwMode="hidden">
            <a:xfrm>
              <a:off x="3980" y="2014"/>
              <a:ext cx="134" cy="7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51" name="Oval 103"/>
            <p:cNvSpPr>
              <a:spLocks noChangeArrowheads="1"/>
            </p:cNvSpPr>
            <p:nvPr/>
          </p:nvSpPr>
          <p:spPr bwMode="hidden">
            <a:xfrm>
              <a:off x="3753" y="2158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52" name="Oval 104"/>
            <p:cNvSpPr>
              <a:spLocks noChangeArrowheads="1"/>
            </p:cNvSpPr>
            <p:nvPr/>
          </p:nvSpPr>
          <p:spPr bwMode="hidden">
            <a:xfrm>
              <a:off x="4176" y="1898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53" name="Oval 105"/>
            <p:cNvSpPr>
              <a:spLocks noChangeArrowheads="1"/>
            </p:cNvSpPr>
            <p:nvPr/>
          </p:nvSpPr>
          <p:spPr bwMode="hidden">
            <a:xfrm>
              <a:off x="4338" y="1797"/>
              <a:ext cx="129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54" name="Oval 106"/>
            <p:cNvSpPr>
              <a:spLocks noChangeArrowheads="1"/>
            </p:cNvSpPr>
            <p:nvPr/>
          </p:nvSpPr>
          <p:spPr bwMode="hidden">
            <a:xfrm>
              <a:off x="4505" y="1700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55" name="Oval 107"/>
            <p:cNvSpPr>
              <a:spLocks noChangeArrowheads="1"/>
            </p:cNvSpPr>
            <p:nvPr/>
          </p:nvSpPr>
          <p:spPr bwMode="hidden">
            <a:xfrm>
              <a:off x="4661" y="1603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56" name="Oval 108"/>
            <p:cNvSpPr>
              <a:spLocks noChangeArrowheads="1"/>
            </p:cNvSpPr>
            <p:nvPr/>
          </p:nvSpPr>
          <p:spPr bwMode="hidden">
            <a:xfrm>
              <a:off x="4803" y="1512"/>
              <a:ext cx="128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57" name="Oval 109"/>
            <p:cNvSpPr>
              <a:spLocks noChangeArrowheads="1"/>
            </p:cNvSpPr>
            <p:nvPr/>
          </p:nvSpPr>
          <p:spPr bwMode="hidden">
            <a:xfrm>
              <a:off x="4930" y="1431"/>
              <a:ext cx="111" cy="5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58" name="Oval 110"/>
            <p:cNvSpPr>
              <a:spLocks noChangeArrowheads="1"/>
            </p:cNvSpPr>
            <p:nvPr/>
          </p:nvSpPr>
          <p:spPr bwMode="hidden">
            <a:xfrm>
              <a:off x="3835" y="1430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59" name="Oval 111"/>
            <p:cNvSpPr>
              <a:spLocks noChangeArrowheads="1"/>
            </p:cNvSpPr>
            <p:nvPr/>
          </p:nvSpPr>
          <p:spPr bwMode="hidden">
            <a:xfrm>
              <a:off x="3286" y="1430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60" name="Oval 112"/>
            <p:cNvSpPr>
              <a:spLocks noChangeArrowheads="1"/>
            </p:cNvSpPr>
            <p:nvPr/>
          </p:nvSpPr>
          <p:spPr bwMode="hidden">
            <a:xfrm>
              <a:off x="2972" y="1366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61" name="Oval 113"/>
            <p:cNvSpPr>
              <a:spLocks noChangeArrowheads="1"/>
            </p:cNvSpPr>
            <p:nvPr/>
          </p:nvSpPr>
          <p:spPr bwMode="hidden">
            <a:xfrm>
              <a:off x="3152" y="1292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62" name="Oval 114"/>
            <p:cNvSpPr>
              <a:spLocks noChangeArrowheads="1"/>
            </p:cNvSpPr>
            <p:nvPr/>
          </p:nvSpPr>
          <p:spPr bwMode="hidden">
            <a:xfrm>
              <a:off x="3020" y="1170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63" name="Oval 115"/>
            <p:cNvSpPr>
              <a:spLocks noChangeArrowheads="1"/>
            </p:cNvSpPr>
            <p:nvPr/>
          </p:nvSpPr>
          <p:spPr bwMode="hidden">
            <a:xfrm>
              <a:off x="2443" y="1368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64" name="Oval 116"/>
            <p:cNvSpPr>
              <a:spLocks noChangeArrowheads="1"/>
            </p:cNvSpPr>
            <p:nvPr/>
          </p:nvSpPr>
          <p:spPr bwMode="hidden">
            <a:xfrm>
              <a:off x="2301" y="1220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65" name="Oval 117"/>
            <p:cNvSpPr>
              <a:spLocks noChangeArrowheads="1"/>
            </p:cNvSpPr>
            <p:nvPr/>
          </p:nvSpPr>
          <p:spPr bwMode="hidden">
            <a:xfrm>
              <a:off x="2095" y="1284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66" name="Oval 118"/>
            <p:cNvSpPr>
              <a:spLocks noChangeArrowheads="1"/>
            </p:cNvSpPr>
            <p:nvPr/>
          </p:nvSpPr>
          <p:spPr bwMode="hidden">
            <a:xfrm>
              <a:off x="2228" y="1442"/>
              <a:ext cx="111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67" name="Oval 119"/>
            <p:cNvSpPr>
              <a:spLocks noChangeArrowheads="1"/>
            </p:cNvSpPr>
            <p:nvPr/>
          </p:nvSpPr>
          <p:spPr bwMode="hidden">
            <a:xfrm>
              <a:off x="1109" y="1424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68" name="Oval 120"/>
            <p:cNvSpPr>
              <a:spLocks noChangeArrowheads="1"/>
            </p:cNvSpPr>
            <p:nvPr/>
          </p:nvSpPr>
          <p:spPr bwMode="hidden">
            <a:xfrm>
              <a:off x="611" y="1284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69" name="Oval 121"/>
            <p:cNvSpPr>
              <a:spLocks noChangeArrowheads="1"/>
            </p:cNvSpPr>
            <p:nvPr/>
          </p:nvSpPr>
          <p:spPr bwMode="hidden">
            <a:xfrm>
              <a:off x="305" y="1358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70" name="Oval 122"/>
            <p:cNvSpPr>
              <a:spLocks noChangeArrowheads="1"/>
            </p:cNvSpPr>
            <p:nvPr/>
          </p:nvSpPr>
          <p:spPr bwMode="hidden">
            <a:xfrm>
              <a:off x="156" y="1154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71" name="Oval 123"/>
            <p:cNvSpPr>
              <a:spLocks noChangeArrowheads="1"/>
            </p:cNvSpPr>
            <p:nvPr/>
          </p:nvSpPr>
          <p:spPr bwMode="hidden">
            <a:xfrm>
              <a:off x="4538" y="1365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72" name="Oval 124"/>
            <p:cNvSpPr>
              <a:spLocks noChangeArrowheads="1"/>
            </p:cNvSpPr>
            <p:nvPr/>
          </p:nvSpPr>
          <p:spPr bwMode="hidden">
            <a:xfrm>
              <a:off x="4407" y="1440"/>
              <a:ext cx="105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73" name="Oval 125"/>
            <p:cNvSpPr>
              <a:spLocks noChangeArrowheads="1"/>
            </p:cNvSpPr>
            <p:nvPr/>
          </p:nvSpPr>
          <p:spPr bwMode="hidden">
            <a:xfrm>
              <a:off x="3992" y="1356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74" name="Oval 126"/>
            <p:cNvSpPr>
              <a:spLocks noChangeArrowheads="1"/>
            </p:cNvSpPr>
            <p:nvPr/>
          </p:nvSpPr>
          <p:spPr bwMode="hidden">
            <a:xfrm>
              <a:off x="3466" y="1356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75" name="Oval 127"/>
            <p:cNvSpPr>
              <a:spLocks noChangeArrowheads="1"/>
            </p:cNvSpPr>
            <p:nvPr/>
          </p:nvSpPr>
          <p:spPr bwMode="hidden">
            <a:xfrm>
              <a:off x="2852" y="1228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76" name="Oval 128"/>
            <p:cNvSpPr>
              <a:spLocks noChangeArrowheads="1"/>
            </p:cNvSpPr>
            <p:nvPr/>
          </p:nvSpPr>
          <p:spPr bwMode="hidden">
            <a:xfrm>
              <a:off x="2678" y="1109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77" name="Oval 129"/>
            <p:cNvSpPr>
              <a:spLocks noChangeArrowheads="1"/>
            </p:cNvSpPr>
            <p:nvPr/>
          </p:nvSpPr>
          <p:spPr bwMode="hidden">
            <a:xfrm>
              <a:off x="2859" y="1045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78" name="Oval 130"/>
            <p:cNvSpPr>
              <a:spLocks noChangeArrowheads="1"/>
            </p:cNvSpPr>
            <p:nvPr/>
          </p:nvSpPr>
          <p:spPr bwMode="hidden">
            <a:xfrm>
              <a:off x="1942" y="104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79" name="Oval 131"/>
            <p:cNvSpPr>
              <a:spLocks noChangeArrowheads="1"/>
            </p:cNvSpPr>
            <p:nvPr/>
          </p:nvSpPr>
          <p:spPr bwMode="hidden">
            <a:xfrm>
              <a:off x="1088" y="1277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80" name="Oval 132"/>
            <p:cNvSpPr>
              <a:spLocks noChangeArrowheads="1"/>
            </p:cNvSpPr>
            <p:nvPr/>
          </p:nvSpPr>
          <p:spPr bwMode="hidden">
            <a:xfrm>
              <a:off x="827" y="135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81" name="Oval 133"/>
            <p:cNvSpPr>
              <a:spLocks noChangeArrowheads="1"/>
            </p:cNvSpPr>
            <p:nvPr/>
          </p:nvSpPr>
          <p:spPr bwMode="hidden">
            <a:xfrm>
              <a:off x="537" y="1428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82" name="Oval 134"/>
            <p:cNvSpPr>
              <a:spLocks noChangeArrowheads="1"/>
            </p:cNvSpPr>
            <p:nvPr/>
          </p:nvSpPr>
          <p:spPr bwMode="hidden">
            <a:xfrm>
              <a:off x="635" y="106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83" name="Oval 135"/>
            <p:cNvSpPr>
              <a:spLocks noChangeArrowheads="1"/>
            </p:cNvSpPr>
            <p:nvPr/>
          </p:nvSpPr>
          <p:spPr bwMode="hidden">
            <a:xfrm>
              <a:off x="1540" y="105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84" name="Oval 136"/>
            <p:cNvSpPr>
              <a:spLocks noChangeArrowheads="1"/>
            </p:cNvSpPr>
            <p:nvPr/>
          </p:nvSpPr>
          <p:spPr bwMode="hidden">
            <a:xfrm>
              <a:off x="1120" y="1063"/>
              <a:ext cx="105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85" name="Oval 137"/>
            <p:cNvSpPr>
              <a:spLocks noChangeArrowheads="1"/>
            </p:cNvSpPr>
            <p:nvPr/>
          </p:nvSpPr>
          <p:spPr bwMode="hidden">
            <a:xfrm>
              <a:off x="4131" y="1284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86" name="Oval 138"/>
            <p:cNvSpPr>
              <a:spLocks noChangeArrowheads="1"/>
            </p:cNvSpPr>
            <p:nvPr/>
          </p:nvSpPr>
          <p:spPr bwMode="hidden">
            <a:xfrm>
              <a:off x="3477" y="1163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87" name="Oval 139"/>
            <p:cNvSpPr>
              <a:spLocks noChangeArrowheads="1"/>
            </p:cNvSpPr>
            <p:nvPr/>
          </p:nvSpPr>
          <p:spPr bwMode="hidden">
            <a:xfrm>
              <a:off x="3315" y="1229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88" name="Oval 140"/>
            <p:cNvSpPr>
              <a:spLocks noChangeArrowheads="1"/>
            </p:cNvSpPr>
            <p:nvPr/>
          </p:nvSpPr>
          <p:spPr bwMode="hidden">
            <a:xfrm>
              <a:off x="3174" y="1112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89" name="Oval 141"/>
            <p:cNvSpPr>
              <a:spLocks noChangeArrowheads="1"/>
            </p:cNvSpPr>
            <p:nvPr/>
          </p:nvSpPr>
          <p:spPr bwMode="hidden">
            <a:xfrm>
              <a:off x="2396" y="1051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90" name="Oval 142"/>
            <p:cNvSpPr>
              <a:spLocks noChangeArrowheads="1"/>
            </p:cNvSpPr>
            <p:nvPr/>
          </p:nvSpPr>
          <p:spPr bwMode="hidden">
            <a:xfrm>
              <a:off x="2769" y="1446"/>
              <a:ext cx="111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91" name="Oval 143"/>
            <p:cNvSpPr>
              <a:spLocks noChangeArrowheads="1"/>
            </p:cNvSpPr>
            <p:nvPr/>
          </p:nvSpPr>
          <p:spPr bwMode="hidden">
            <a:xfrm>
              <a:off x="2656" y="1294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92" name="Oval 144"/>
            <p:cNvSpPr>
              <a:spLocks noChangeArrowheads="1"/>
            </p:cNvSpPr>
            <p:nvPr/>
          </p:nvSpPr>
          <p:spPr bwMode="hidden">
            <a:xfrm>
              <a:off x="2501" y="1159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93" name="Oval 145"/>
            <p:cNvSpPr>
              <a:spLocks noChangeArrowheads="1"/>
            </p:cNvSpPr>
            <p:nvPr/>
          </p:nvSpPr>
          <p:spPr bwMode="hidden">
            <a:xfrm>
              <a:off x="2222" y="1101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94" name="Oval 146"/>
            <p:cNvSpPr>
              <a:spLocks noChangeArrowheads="1"/>
            </p:cNvSpPr>
            <p:nvPr/>
          </p:nvSpPr>
          <p:spPr bwMode="hidden">
            <a:xfrm>
              <a:off x="2029" y="1162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95" name="Oval 147"/>
            <p:cNvSpPr>
              <a:spLocks noChangeArrowheads="1"/>
            </p:cNvSpPr>
            <p:nvPr/>
          </p:nvSpPr>
          <p:spPr bwMode="hidden">
            <a:xfrm>
              <a:off x="1875" y="1356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96" name="Oval 148"/>
            <p:cNvSpPr>
              <a:spLocks noChangeArrowheads="1"/>
            </p:cNvSpPr>
            <p:nvPr/>
          </p:nvSpPr>
          <p:spPr bwMode="hidden">
            <a:xfrm>
              <a:off x="1809" y="1223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97" name="Oval 149"/>
            <p:cNvSpPr>
              <a:spLocks noChangeArrowheads="1"/>
            </p:cNvSpPr>
            <p:nvPr/>
          </p:nvSpPr>
          <p:spPr bwMode="hidden">
            <a:xfrm>
              <a:off x="1738" y="1098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98" name="Oval 150"/>
            <p:cNvSpPr>
              <a:spLocks noChangeArrowheads="1"/>
            </p:cNvSpPr>
            <p:nvPr/>
          </p:nvSpPr>
          <p:spPr bwMode="hidden">
            <a:xfrm>
              <a:off x="1583" y="1289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599" name="Oval 151"/>
            <p:cNvSpPr>
              <a:spLocks noChangeArrowheads="1"/>
            </p:cNvSpPr>
            <p:nvPr/>
          </p:nvSpPr>
          <p:spPr bwMode="hidden">
            <a:xfrm>
              <a:off x="1379" y="1343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00" name="Oval 152"/>
            <p:cNvSpPr>
              <a:spLocks noChangeArrowheads="1"/>
            </p:cNvSpPr>
            <p:nvPr/>
          </p:nvSpPr>
          <p:spPr bwMode="hidden">
            <a:xfrm>
              <a:off x="1529" y="1156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01" name="Oval 153"/>
            <p:cNvSpPr>
              <a:spLocks noChangeArrowheads="1"/>
            </p:cNvSpPr>
            <p:nvPr/>
          </p:nvSpPr>
          <p:spPr bwMode="hidden">
            <a:xfrm>
              <a:off x="1294" y="1222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02" name="Oval 154"/>
            <p:cNvSpPr>
              <a:spLocks noChangeArrowheads="1"/>
            </p:cNvSpPr>
            <p:nvPr/>
          </p:nvSpPr>
          <p:spPr bwMode="hidden">
            <a:xfrm>
              <a:off x="1314" y="1112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03" name="Oval 155"/>
            <p:cNvSpPr>
              <a:spLocks noChangeArrowheads="1"/>
            </p:cNvSpPr>
            <p:nvPr/>
          </p:nvSpPr>
          <p:spPr bwMode="hidden">
            <a:xfrm>
              <a:off x="1082" y="1166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04" name="Oval 156"/>
            <p:cNvSpPr>
              <a:spLocks noChangeArrowheads="1"/>
            </p:cNvSpPr>
            <p:nvPr/>
          </p:nvSpPr>
          <p:spPr bwMode="hidden">
            <a:xfrm>
              <a:off x="877" y="1121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05" name="Oval 157"/>
            <p:cNvSpPr>
              <a:spLocks noChangeArrowheads="1"/>
            </p:cNvSpPr>
            <p:nvPr/>
          </p:nvSpPr>
          <p:spPr bwMode="hidden">
            <a:xfrm>
              <a:off x="875" y="1216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06" name="Oval 158"/>
            <p:cNvSpPr>
              <a:spLocks noChangeArrowheads="1"/>
            </p:cNvSpPr>
            <p:nvPr/>
          </p:nvSpPr>
          <p:spPr bwMode="hidden">
            <a:xfrm>
              <a:off x="680" y="1170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07" name="Oval 159"/>
            <p:cNvSpPr>
              <a:spLocks noChangeArrowheads="1"/>
            </p:cNvSpPr>
            <p:nvPr/>
          </p:nvSpPr>
          <p:spPr bwMode="hidden">
            <a:xfrm>
              <a:off x="411" y="1232"/>
              <a:ext cx="111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08" name="Oval 160"/>
            <p:cNvSpPr>
              <a:spLocks noChangeArrowheads="1"/>
            </p:cNvSpPr>
            <p:nvPr/>
          </p:nvSpPr>
          <p:spPr bwMode="hidden">
            <a:xfrm>
              <a:off x="434" y="1100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09" name="Oval 161"/>
            <p:cNvSpPr>
              <a:spLocks noChangeArrowheads="1"/>
            </p:cNvSpPr>
            <p:nvPr/>
          </p:nvSpPr>
          <p:spPr bwMode="hidden">
            <a:xfrm>
              <a:off x="119" y="1312"/>
              <a:ext cx="111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10" name="Oval 162"/>
            <p:cNvSpPr>
              <a:spLocks noChangeArrowheads="1"/>
            </p:cNvSpPr>
            <p:nvPr/>
          </p:nvSpPr>
          <p:spPr bwMode="hidden">
            <a:xfrm>
              <a:off x="858" y="1001"/>
              <a:ext cx="101" cy="3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11" name="Oval 163"/>
            <p:cNvSpPr>
              <a:spLocks noChangeArrowheads="1"/>
            </p:cNvSpPr>
            <p:nvPr/>
          </p:nvSpPr>
          <p:spPr bwMode="hidden">
            <a:xfrm>
              <a:off x="1341" y="1013"/>
              <a:ext cx="101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12" name="Oval 164"/>
            <p:cNvSpPr>
              <a:spLocks noChangeArrowheads="1"/>
            </p:cNvSpPr>
            <p:nvPr/>
          </p:nvSpPr>
          <p:spPr bwMode="hidden">
            <a:xfrm>
              <a:off x="1739" y="1008"/>
              <a:ext cx="101" cy="3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13" name="Oval 165"/>
            <p:cNvSpPr>
              <a:spLocks noChangeArrowheads="1"/>
            </p:cNvSpPr>
            <p:nvPr/>
          </p:nvSpPr>
          <p:spPr bwMode="hidden">
            <a:xfrm>
              <a:off x="2116" y="1001"/>
              <a:ext cx="100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14" name="Oval 166"/>
            <p:cNvSpPr>
              <a:spLocks noChangeArrowheads="1"/>
            </p:cNvSpPr>
            <p:nvPr/>
          </p:nvSpPr>
          <p:spPr bwMode="hidden">
            <a:xfrm>
              <a:off x="2320" y="941"/>
              <a:ext cx="101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15" name="Oval 167"/>
            <p:cNvSpPr>
              <a:spLocks noChangeArrowheads="1"/>
            </p:cNvSpPr>
            <p:nvPr/>
          </p:nvSpPr>
          <p:spPr bwMode="hidden">
            <a:xfrm>
              <a:off x="2601" y="995"/>
              <a:ext cx="101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16" name="Oval 168"/>
            <p:cNvSpPr>
              <a:spLocks noChangeArrowheads="1"/>
            </p:cNvSpPr>
            <p:nvPr/>
          </p:nvSpPr>
          <p:spPr bwMode="hidden">
            <a:xfrm>
              <a:off x="1667" y="1420"/>
              <a:ext cx="106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17" name="Oval 169"/>
            <p:cNvSpPr>
              <a:spLocks noChangeArrowheads="1"/>
            </p:cNvSpPr>
            <p:nvPr/>
          </p:nvSpPr>
          <p:spPr bwMode="hidden">
            <a:xfrm>
              <a:off x="2557" y="1516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18" name="Oval 170"/>
            <p:cNvSpPr>
              <a:spLocks noChangeArrowheads="1"/>
            </p:cNvSpPr>
            <p:nvPr/>
          </p:nvSpPr>
          <p:spPr bwMode="hidden">
            <a:xfrm>
              <a:off x="3619" y="1287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19" name="Oval 171"/>
            <p:cNvSpPr>
              <a:spLocks noChangeArrowheads="1"/>
            </p:cNvSpPr>
            <p:nvPr/>
          </p:nvSpPr>
          <p:spPr bwMode="hidden">
            <a:xfrm>
              <a:off x="3791" y="1212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20" name="Oval 172"/>
            <p:cNvSpPr>
              <a:spLocks noChangeArrowheads="1"/>
            </p:cNvSpPr>
            <p:nvPr/>
          </p:nvSpPr>
          <p:spPr bwMode="hidden">
            <a:xfrm>
              <a:off x="2134" y="908"/>
              <a:ext cx="79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21" name="Oval 173"/>
            <p:cNvSpPr>
              <a:spLocks noChangeArrowheads="1"/>
            </p:cNvSpPr>
            <p:nvPr/>
          </p:nvSpPr>
          <p:spPr bwMode="hidden">
            <a:xfrm>
              <a:off x="1264" y="908"/>
              <a:ext cx="79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22" name="Oval 174"/>
            <p:cNvSpPr>
              <a:spLocks noChangeArrowheads="1"/>
            </p:cNvSpPr>
            <p:nvPr/>
          </p:nvSpPr>
          <p:spPr bwMode="hidden">
            <a:xfrm>
              <a:off x="1471" y="869"/>
              <a:ext cx="79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23" name="Oval 175"/>
            <p:cNvSpPr>
              <a:spLocks noChangeArrowheads="1"/>
            </p:cNvSpPr>
            <p:nvPr/>
          </p:nvSpPr>
          <p:spPr bwMode="hidden">
            <a:xfrm>
              <a:off x="1650" y="824"/>
              <a:ext cx="83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24" name="Oval 176"/>
            <p:cNvSpPr>
              <a:spLocks noChangeArrowheads="1"/>
            </p:cNvSpPr>
            <p:nvPr/>
          </p:nvSpPr>
          <p:spPr bwMode="hidden">
            <a:xfrm>
              <a:off x="1918" y="869"/>
              <a:ext cx="84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25" name="Oval 177"/>
            <p:cNvSpPr>
              <a:spLocks noChangeArrowheads="1"/>
            </p:cNvSpPr>
            <p:nvPr/>
          </p:nvSpPr>
          <p:spPr bwMode="hidden">
            <a:xfrm>
              <a:off x="1720" y="923"/>
              <a:ext cx="83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26" name="Oval 178"/>
            <p:cNvSpPr>
              <a:spLocks noChangeArrowheads="1"/>
            </p:cNvSpPr>
            <p:nvPr/>
          </p:nvSpPr>
          <p:spPr bwMode="hidden">
            <a:xfrm>
              <a:off x="1913" y="957"/>
              <a:ext cx="95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27" name="Oval 179"/>
            <p:cNvSpPr>
              <a:spLocks noChangeArrowheads="1"/>
            </p:cNvSpPr>
            <p:nvPr/>
          </p:nvSpPr>
          <p:spPr bwMode="hidden">
            <a:xfrm>
              <a:off x="1541" y="962"/>
              <a:ext cx="89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28" name="Oval 180"/>
            <p:cNvSpPr>
              <a:spLocks noChangeArrowheads="1"/>
            </p:cNvSpPr>
            <p:nvPr/>
          </p:nvSpPr>
          <p:spPr bwMode="hidden">
            <a:xfrm>
              <a:off x="1076" y="953"/>
              <a:ext cx="10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29" name="Oval 181"/>
            <p:cNvSpPr>
              <a:spLocks noChangeArrowheads="1"/>
            </p:cNvSpPr>
            <p:nvPr/>
          </p:nvSpPr>
          <p:spPr bwMode="hidden">
            <a:xfrm>
              <a:off x="1983" y="4027"/>
              <a:ext cx="195" cy="10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30" name="Oval 182"/>
            <p:cNvSpPr>
              <a:spLocks noChangeArrowheads="1"/>
            </p:cNvSpPr>
            <p:nvPr/>
          </p:nvSpPr>
          <p:spPr bwMode="hidden">
            <a:xfrm>
              <a:off x="2460" y="3671"/>
              <a:ext cx="196" cy="11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31" name="Oval 183"/>
            <p:cNvSpPr>
              <a:spLocks noChangeArrowheads="1"/>
            </p:cNvSpPr>
            <p:nvPr/>
          </p:nvSpPr>
          <p:spPr bwMode="hidden">
            <a:xfrm>
              <a:off x="3238" y="3121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32" name="Oval 184"/>
            <p:cNvSpPr>
              <a:spLocks noChangeArrowheads="1"/>
            </p:cNvSpPr>
            <p:nvPr/>
          </p:nvSpPr>
          <p:spPr bwMode="hidden">
            <a:xfrm>
              <a:off x="3550" y="2880"/>
              <a:ext cx="157" cy="89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33" name="Oval 185"/>
            <p:cNvSpPr>
              <a:spLocks noChangeArrowheads="1"/>
            </p:cNvSpPr>
            <p:nvPr/>
          </p:nvSpPr>
          <p:spPr bwMode="hidden">
            <a:xfrm>
              <a:off x="2892" y="3377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34" name="Oval 186"/>
            <p:cNvSpPr>
              <a:spLocks noChangeArrowheads="1"/>
            </p:cNvSpPr>
            <p:nvPr/>
          </p:nvSpPr>
          <p:spPr bwMode="hidden">
            <a:xfrm>
              <a:off x="3869" y="2657"/>
              <a:ext cx="151" cy="84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35" name="Oval 187"/>
            <p:cNvSpPr>
              <a:spLocks noChangeArrowheads="1"/>
            </p:cNvSpPr>
            <p:nvPr/>
          </p:nvSpPr>
          <p:spPr bwMode="hidden">
            <a:xfrm>
              <a:off x="4090" y="2475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36" name="Oval 188"/>
            <p:cNvSpPr>
              <a:spLocks noChangeArrowheads="1"/>
            </p:cNvSpPr>
            <p:nvPr/>
          </p:nvSpPr>
          <p:spPr bwMode="hidden">
            <a:xfrm>
              <a:off x="4327" y="2314"/>
              <a:ext cx="134" cy="7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37" name="Oval 189"/>
            <p:cNvSpPr>
              <a:spLocks noChangeArrowheads="1"/>
            </p:cNvSpPr>
            <p:nvPr/>
          </p:nvSpPr>
          <p:spPr bwMode="hidden">
            <a:xfrm>
              <a:off x="4712" y="202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38" name="Oval 190"/>
            <p:cNvSpPr>
              <a:spLocks noChangeArrowheads="1"/>
            </p:cNvSpPr>
            <p:nvPr/>
          </p:nvSpPr>
          <p:spPr bwMode="hidden">
            <a:xfrm>
              <a:off x="4533" y="2162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39" name="Oval 191"/>
            <p:cNvSpPr>
              <a:spLocks noChangeArrowheads="1"/>
            </p:cNvSpPr>
            <p:nvPr/>
          </p:nvSpPr>
          <p:spPr bwMode="hidden">
            <a:xfrm>
              <a:off x="4863" y="1920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40" name="Oval 192"/>
            <p:cNvSpPr>
              <a:spLocks noChangeArrowheads="1"/>
            </p:cNvSpPr>
            <p:nvPr/>
          </p:nvSpPr>
          <p:spPr bwMode="hidden">
            <a:xfrm>
              <a:off x="5009" y="1807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41" name="Oval 193"/>
            <p:cNvSpPr>
              <a:spLocks noChangeArrowheads="1"/>
            </p:cNvSpPr>
            <p:nvPr/>
          </p:nvSpPr>
          <p:spPr bwMode="hidden">
            <a:xfrm>
              <a:off x="5161" y="1702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42" name="Oval 194"/>
            <p:cNvSpPr>
              <a:spLocks noChangeArrowheads="1"/>
            </p:cNvSpPr>
            <p:nvPr/>
          </p:nvSpPr>
          <p:spPr bwMode="hidden">
            <a:xfrm>
              <a:off x="5277" y="1614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43" name="Oval 195"/>
            <p:cNvSpPr>
              <a:spLocks noChangeArrowheads="1"/>
            </p:cNvSpPr>
            <p:nvPr/>
          </p:nvSpPr>
          <p:spPr bwMode="hidden">
            <a:xfrm>
              <a:off x="5398" y="1521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44" name="Oval 196"/>
            <p:cNvSpPr>
              <a:spLocks noChangeArrowheads="1"/>
            </p:cNvSpPr>
            <p:nvPr/>
          </p:nvSpPr>
          <p:spPr bwMode="hidden">
            <a:xfrm>
              <a:off x="3255" y="4071"/>
              <a:ext cx="196" cy="106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45" name="Oval 197"/>
            <p:cNvSpPr>
              <a:spLocks noChangeArrowheads="1"/>
            </p:cNvSpPr>
            <p:nvPr/>
          </p:nvSpPr>
          <p:spPr bwMode="hidden">
            <a:xfrm>
              <a:off x="3651" y="3693"/>
              <a:ext cx="196" cy="111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46" name="Oval 198"/>
            <p:cNvSpPr>
              <a:spLocks noChangeArrowheads="1"/>
            </p:cNvSpPr>
            <p:nvPr/>
          </p:nvSpPr>
          <p:spPr bwMode="hidden">
            <a:xfrm>
              <a:off x="4773" y="3705"/>
              <a:ext cx="201" cy="106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47" name="Oval 199"/>
            <p:cNvSpPr>
              <a:spLocks noChangeArrowheads="1"/>
            </p:cNvSpPr>
            <p:nvPr/>
          </p:nvSpPr>
          <p:spPr bwMode="hidden">
            <a:xfrm>
              <a:off x="4491" y="4049"/>
              <a:ext cx="196" cy="105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48" name="Oval 200"/>
            <p:cNvSpPr>
              <a:spLocks noChangeArrowheads="1"/>
            </p:cNvSpPr>
            <p:nvPr/>
          </p:nvSpPr>
          <p:spPr bwMode="hidden">
            <a:xfrm>
              <a:off x="3989" y="3396"/>
              <a:ext cx="168" cy="96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49" name="Oval 201"/>
            <p:cNvSpPr>
              <a:spLocks noChangeArrowheads="1"/>
            </p:cNvSpPr>
            <p:nvPr/>
          </p:nvSpPr>
          <p:spPr bwMode="hidden">
            <a:xfrm>
              <a:off x="4263" y="3141"/>
              <a:ext cx="167" cy="95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50" name="Oval 202"/>
            <p:cNvSpPr>
              <a:spLocks noChangeArrowheads="1"/>
            </p:cNvSpPr>
            <p:nvPr/>
          </p:nvSpPr>
          <p:spPr bwMode="hidden">
            <a:xfrm>
              <a:off x="5044" y="3418"/>
              <a:ext cx="167" cy="95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51" name="Oval 203"/>
            <p:cNvSpPr>
              <a:spLocks noChangeArrowheads="1"/>
            </p:cNvSpPr>
            <p:nvPr/>
          </p:nvSpPr>
          <p:spPr bwMode="hidden">
            <a:xfrm>
              <a:off x="4553" y="2873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52" name="Oval 204"/>
            <p:cNvSpPr>
              <a:spLocks noChangeArrowheads="1"/>
            </p:cNvSpPr>
            <p:nvPr/>
          </p:nvSpPr>
          <p:spPr bwMode="hidden">
            <a:xfrm>
              <a:off x="5293" y="3116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53" name="Oval 205"/>
            <p:cNvSpPr>
              <a:spLocks noChangeArrowheads="1"/>
            </p:cNvSpPr>
            <p:nvPr/>
          </p:nvSpPr>
          <p:spPr bwMode="hidden">
            <a:xfrm>
              <a:off x="5497" y="2879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54" name="Oval 206"/>
            <p:cNvSpPr>
              <a:spLocks noChangeArrowheads="1"/>
            </p:cNvSpPr>
            <p:nvPr/>
          </p:nvSpPr>
          <p:spPr bwMode="hidden">
            <a:xfrm>
              <a:off x="4772" y="2673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55" name="Oval 207"/>
            <p:cNvSpPr>
              <a:spLocks noChangeArrowheads="1"/>
            </p:cNvSpPr>
            <p:nvPr/>
          </p:nvSpPr>
          <p:spPr bwMode="hidden">
            <a:xfrm>
              <a:off x="4966" y="2488"/>
              <a:ext cx="156" cy="84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56" name="Oval 208"/>
            <p:cNvSpPr>
              <a:spLocks noChangeArrowheads="1"/>
            </p:cNvSpPr>
            <p:nvPr/>
          </p:nvSpPr>
          <p:spPr bwMode="hidden">
            <a:xfrm>
              <a:off x="5444" y="205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57" name="Oval 209"/>
            <p:cNvSpPr>
              <a:spLocks noChangeArrowheads="1"/>
            </p:cNvSpPr>
            <p:nvPr/>
          </p:nvSpPr>
          <p:spPr bwMode="hidden">
            <a:xfrm>
              <a:off x="5161" y="2314"/>
              <a:ext cx="140" cy="73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58" name="Oval 210"/>
            <p:cNvSpPr>
              <a:spLocks noChangeArrowheads="1"/>
            </p:cNvSpPr>
            <p:nvPr/>
          </p:nvSpPr>
          <p:spPr bwMode="hidden">
            <a:xfrm>
              <a:off x="5318" y="2176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59" name="Oval 211"/>
            <p:cNvSpPr>
              <a:spLocks noChangeArrowheads="1"/>
            </p:cNvSpPr>
            <p:nvPr/>
          </p:nvSpPr>
          <p:spPr bwMode="hidden">
            <a:xfrm>
              <a:off x="5581" y="1933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60" name="Oval 212"/>
            <p:cNvSpPr>
              <a:spLocks noChangeArrowheads="1"/>
            </p:cNvSpPr>
            <p:nvPr/>
          </p:nvSpPr>
          <p:spPr bwMode="hidden">
            <a:xfrm>
              <a:off x="5689" y="1811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61" name="Oval 213"/>
            <p:cNvSpPr>
              <a:spLocks noChangeArrowheads="1"/>
            </p:cNvSpPr>
            <p:nvPr/>
          </p:nvSpPr>
          <p:spPr bwMode="hidden">
            <a:xfrm>
              <a:off x="5663" y="2680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62" name="Oval 214"/>
            <p:cNvSpPr>
              <a:spLocks noChangeArrowheads="1"/>
            </p:cNvSpPr>
            <p:nvPr/>
          </p:nvSpPr>
          <p:spPr bwMode="hidden">
            <a:xfrm>
              <a:off x="-65" y="2865"/>
              <a:ext cx="150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63" name="Oval 215"/>
            <p:cNvSpPr>
              <a:spLocks noChangeArrowheads="1"/>
            </p:cNvSpPr>
            <p:nvPr/>
          </p:nvSpPr>
          <p:spPr bwMode="hidden">
            <a:xfrm>
              <a:off x="2" y="2477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64" name="Oval 216"/>
            <p:cNvSpPr>
              <a:spLocks noChangeArrowheads="1"/>
            </p:cNvSpPr>
            <p:nvPr/>
          </p:nvSpPr>
          <p:spPr bwMode="hidden">
            <a:xfrm>
              <a:off x="-9" y="1436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4665" name="Oval 217"/>
            <p:cNvSpPr>
              <a:spLocks noChangeArrowheads="1"/>
            </p:cNvSpPr>
            <p:nvPr/>
          </p:nvSpPr>
          <p:spPr bwMode="hidden">
            <a:xfrm>
              <a:off x="5624" y="4010"/>
              <a:ext cx="201" cy="106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altLang="zh-CN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44666" name="Rectangle 2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54E25F76-B548-40EB-9918-FAD58BFBE7F2}" type="slidenum">
              <a:rPr lang="en-US" altLang="zh-CN" smtClean="0">
                <a:solidFill>
                  <a:srgbClr val="FFFFFF"/>
                </a:solidFill>
                <a:latin typeface="Arial" panose="020B0604020202020204" pitchFamily="34" charset="0"/>
              </a:rPr>
              <a:pPr/>
              <a:t>‹#›</a:t>
            </a:fld>
            <a:endParaRPr lang="en-US" altLang="zh-CN" smtClean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44667" name="Rectangle 21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Linux+ Guide to Linux Certification, Second Edition</a:t>
            </a:r>
          </a:p>
        </p:txBody>
      </p:sp>
      <p:sp>
        <p:nvSpPr>
          <p:cNvPr id="744669" name="Rectangle 22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3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1" smtClean="0"/>
              <a:t>Click to edit Master text styles</a:t>
            </a:r>
          </a:p>
          <a:p>
            <a:pPr lvl="1"/>
            <a:r>
              <a:rPr lang="en-US" noProof="1" smtClean="0"/>
              <a:t>Second level</a:t>
            </a:r>
          </a:p>
          <a:p>
            <a:pPr lvl="2"/>
            <a:r>
              <a:rPr lang="en-US" noProof="1" smtClean="0"/>
              <a:t>Third level</a:t>
            </a:r>
          </a:p>
          <a:p>
            <a:pPr lvl="3"/>
            <a:r>
              <a:rPr lang="en-US" noProof="1" smtClean="0"/>
              <a:t>Fourth level</a:t>
            </a:r>
          </a:p>
          <a:p>
            <a:pPr lvl="4"/>
            <a:r>
              <a:rPr lang="en-US" noProof="1" smtClean="0"/>
              <a:t>Fifth level</a:t>
            </a:r>
          </a:p>
        </p:txBody>
      </p:sp>
      <p:sp>
        <p:nvSpPr>
          <p:cNvPr id="744670" name="Rectangle 22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noProof="1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58494635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3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3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3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3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3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3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3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7" Type="http://schemas.openxmlformats.org/officeDocument/2006/relationships/image" Target="../media/image24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emf"/><Relationship Id="rId4" Type="http://schemas.openxmlformats.org/officeDocument/2006/relationships/image" Target="../media/image27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emf"/><Relationship Id="rId4" Type="http://schemas.openxmlformats.org/officeDocument/2006/relationships/image" Target="../media/image32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1026"/>
          <p:cNvSpPr>
            <a:spLocks noGrp="1" noChangeArrowheads="1"/>
          </p:cNvSpPr>
          <p:nvPr>
            <p:ph type="ctrTitle" sz="quarter"/>
          </p:nvPr>
        </p:nvSpPr>
        <p:spPr>
          <a:xfrm>
            <a:off x="609600" y="838200"/>
            <a:ext cx="8001000" cy="1752600"/>
          </a:xfrm>
        </p:spPr>
        <p:txBody>
          <a:bodyPr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altLang="zh-CN" sz="4000" b="1" dirty="0" smtClean="0">
                <a:solidFill>
                  <a:srgbClr val="FFFF00"/>
                </a:solidFill>
              </a:rPr>
              <a:t>CSE 6179</a:t>
            </a:r>
            <a:br>
              <a:rPr lang="en-US" altLang="zh-CN" sz="4000" b="1" dirty="0" smtClean="0">
                <a:solidFill>
                  <a:srgbClr val="FFFF00"/>
                </a:solidFill>
              </a:rPr>
            </a:br>
            <a:r>
              <a:rPr lang="en-US" altLang="zh-CN" sz="4000" b="1" dirty="0" smtClean="0">
                <a:solidFill>
                  <a:srgbClr val="FFFF00"/>
                </a:solidFill>
              </a:rPr>
              <a:t>Digital Forensics</a:t>
            </a:r>
            <a:endParaRPr lang="en-US" altLang="zh-CN" sz="4000" dirty="0" smtClean="0">
              <a:solidFill>
                <a:srgbClr val="FFFF00"/>
              </a:solidFill>
            </a:endParaRPr>
          </a:p>
        </p:txBody>
      </p:sp>
      <p:sp>
        <p:nvSpPr>
          <p:cNvPr id="92163" name="Rectangle 102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533400" y="3962400"/>
            <a:ext cx="8077200" cy="1447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b="1" i="1" dirty="0" smtClean="0"/>
              <a:t>Lecture 5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en-US" b="1" i="1" dirty="0" smtClean="0">
                <a:solidFill>
                  <a:srgbClr val="FFC000"/>
                </a:solidFill>
              </a:rPr>
              <a:t>Computer Forensics – Part II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en-US" sz="2000" b="1" i="1" dirty="0" smtClean="0"/>
              <a:t>Chapter 5 (DF – Wiley)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71512"/>
          </a:xfrm>
        </p:spPr>
        <p:txBody>
          <a:bodyPr/>
          <a:lstStyle/>
          <a:p>
            <a:pPr>
              <a:defRPr/>
            </a:pPr>
            <a:r>
              <a:rPr lang="en-GB" b="1" dirty="0" smtClean="0">
                <a:solidFill>
                  <a:srgbClr val="18B2B6"/>
                </a:solidFill>
              </a:rPr>
              <a:t>Overview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238125" y="1219200"/>
            <a:ext cx="8448675" cy="5410116"/>
          </a:xfrm>
        </p:spPr>
        <p:txBody>
          <a:bodyPr/>
          <a:lstStyle/>
          <a:p>
            <a:pPr lvl="1">
              <a:defRPr/>
            </a:pPr>
            <a:r>
              <a:rPr lang="en-GB" sz="3200" dirty="0" smtClean="0">
                <a:cs typeface="+mn-ea"/>
              </a:rPr>
              <a:t>Evidence Collection </a:t>
            </a:r>
          </a:p>
          <a:p>
            <a:pPr lvl="2">
              <a:buFont typeface="Wingdings" panose="05000000000000000000" charset="0"/>
              <a:buChar char="Ø"/>
              <a:defRPr/>
            </a:pPr>
            <a:r>
              <a:rPr lang="en-US" sz="2000" b="1" dirty="0">
                <a:solidFill>
                  <a:srgbClr val="FFC000"/>
                </a:solidFill>
                <a:cs typeface="+mn-ea"/>
              </a:rPr>
              <a:t> </a:t>
            </a:r>
            <a:r>
              <a:rPr lang="en-GB" b="1" dirty="0" smtClean="0">
                <a:solidFill>
                  <a:srgbClr val="FFC000"/>
                </a:solidFill>
                <a:cs typeface="+mn-ea"/>
              </a:rPr>
              <a:t>Data Acquisition</a:t>
            </a:r>
          </a:p>
          <a:p>
            <a:pPr lvl="1">
              <a:defRPr/>
            </a:pPr>
            <a:r>
              <a:rPr lang="en-GB" sz="3200" dirty="0" smtClean="0">
                <a:cs typeface="+mn-ea"/>
              </a:rPr>
              <a:t>Examination</a:t>
            </a:r>
          </a:p>
          <a:p>
            <a:pPr lvl="2">
              <a:buFont typeface="Wingdings" pitchFamily="2" charset="2"/>
              <a:buChar char="Ø"/>
              <a:defRPr/>
            </a:pPr>
            <a:r>
              <a:rPr lang="en-GB" b="1" dirty="0" smtClean="0">
                <a:solidFill>
                  <a:srgbClr val="FFC000"/>
                </a:solidFill>
                <a:cs typeface="+mn-ea"/>
              </a:rPr>
              <a:t> Operating System Artifacts</a:t>
            </a:r>
          </a:p>
          <a:p>
            <a:pPr lvl="1">
              <a:buClr>
                <a:srgbClr val="CCCCFF"/>
              </a:buClr>
              <a:defRPr/>
            </a:pPr>
            <a:r>
              <a:rPr lang="en-GB" sz="3200" dirty="0" smtClean="0">
                <a:solidFill>
                  <a:srgbClr val="FFFFFF"/>
                </a:solidFill>
                <a:cs typeface="+mn-ea"/>
              </a:rPr>
              <a:t>Analysis</a:t>
            </a:r>
            <a:endParaRPr lang="en-GB" sz="3200" dirty="0">
              <a:solidFill>
                <a:srgbClr val="FFFFFF"/>
              </a:solidFill>
              <a:cs typeface="+mn-ea"/>
            </a:endParaRPr>
          </a:p>
          <a:p>
            <a:pPr lvl="2">
              <a:buClr>
                <a:srgbClr val="CCCCFF"/>
              </a:buClr>
              <a:buFont typeface="Wingdings" panose="05000000000000000000" pitchFamily="2" charset="2"/>
              <a:buChar char="Ø"/>
              <a:defRPr/>
            </a:pPr>
            <a:r>
              <a:rPr lang="en-GB" b="1" dirty="0" smtClean="0">
                <a:solidFill>
                  <a:srgbClr val="FFC000"/>
                </a:solidFill>
                <a:cs typeface="+mn-ea"/>
              </a:rPr>
              <a:t> Analysis </a:t>
            </a:r>
            <a:r>
              <a:rPr lang="en-GB" b="1" dirty="0">
                <a:solidFill>
                  <a:srgbClr val="FFC000"/>
                </a:solidFill>
                <a:cs typeface="+mn-ea"/>
              </a:rPr>
              <a:t>Tools </a:t>
            </a:r>
          </a:p>
          <a:p>
            <a:pPr lvl="2">
              <a:buClr>
                <a:srgbClr val="CCCCFF"/>
              </a:buClr>
              <a:buFont typeface="Wingdings" panose="05000000000000000000" pitchFamily="2" charset="2"/>
              <a:buChar char="Ø"/>
              <a:defRPr/>
            </a:pPr>
            <a:r>
              <a:rPr lang="en-GB" b="1" dirty="0" smtClean="0">
                <a:solidFill>
                  <a:srgbClr val="FFC000"/>
                </a:solidFill>
                <a:cs typeface="+mn-ea"/>
              </a:rPr>
              <a:t> Timeline </a:t>
            </a:r>
            <a:r>
              <a:rPr lang="en-GB" b="1" dirty="0">
                <a:solidFill>
                  <a:srgbClr val="FFC000"/>
                </a:solidFill>
                <a:cs typeface="+mn-ea"/>
              </a:rPr>
              <a:t>Analysis</a:t>
            </a:r>
          </a:p>
          <a:p>
            <a:pPr lvl="2">
              <a:buClr>
                <a:srgbClr val="CCCCFF"/>
              </a:buClr>
              <a:buFont typeface="Wingdings" panose="05000000000000000000" pitchFamily="2" charset="2"/>
              <a:buChar char="Ø"/>
              <a:defRPr/>
            </a:pPr>
            <a:r>
              <a:rPr lang="en-GB" b="1" dirty="0" smtClean="0">
                <a:solidFill>
                  <a:srgbClr val="FFC000"/>
                </a:solidFill>
                <a:cs typeface="+mn-ea"/>
              </a:rPr>
              <a:t> File </a:t>
            </a:r>
            <a:r>
              <a:rPr lang="en-GB" b="1" dirty="0">
                <a:solidFill>
                  <a:srgbClr val="FFC000"/>
                </a:solidFill>
                <a:cs typeface="+mn-ea"/>
              </a:rPr>
              <a:t>Hashing </a:t>
            </a:r>
          </a:p>
          <a:p>
            <a:pPr lvl="2">
              <a:buClr>
                <a:srgbClr val="CCCCFF"/>
              </a:buClr>
              <a:buFont typeface="Wingdings" panose="05000000000000000000" pitchFamily="2" charset="2"/>
              <a:buChar char="Ø"/>
              <a:defRPr/>
            </a:pPr>
            <a:r>
              <a:rPr lang="en-GB" b="1" dirty="0" smtClean="0">
                <a:solidFill>
                  <a:srgbClr val="FFC000"/>
                </a:solidFill>
                <a:cs typeface="+mn-ea"/>
              </a:rPr>
              <a:t> Filtering </a:t>
            </a:r>
            <a:endParaRPr lang="en-GB" b="1" dirty="0">
              <a:solidFill>
                <a:srgbClr val="FFC000"/>
              </a:solidFill>
              <a:cs typeface="+mn-ea"/>
            </a:endParaRPr>
          </a:p>
          <a:p>
            <a:pPr lvl="2">
              <a:buClr>
                <a:srgbClr val="CCCCFF"/>
              </a:buClr>
              <a:buFont typeface="Wingdings" panose="05000000000000000000" pitchFamily="2" charset="2"/>
              <a:buChar char="Ø"/>
              <a:defRPr/>
            </a:pPr>
            <a:r>
              <a:rPr lang="en-GB" b="1" dirty="0" smtClean="0">
                <a:solidFill>
                  <a:srgbClr val="FFC000"/>
                </a:solidFill>
                <a:cs typeface="+mn-ea"/>
              </a:rPr>
              <a:t> Data </a:t>
            </a:r>
            <a:r>
              <a:rPr lang="en-GB" b="1" dirty="0">
                <a:solidFill>
                  <a:srgbClr val="FFC000"/>
                </a:solidFill>
                <a:cs typeface="+mn-ea"/>
              </a:rPr>
              <a:t>Carving</a:t>
            </a:r>
          </a:p>
          <a:p>
            <a:pPr lvl="2">
              <a:buClr>
                <a:srgbClr val="CCCCFF"/>
              </a:buClr>
              <a:buFont typeface="Wingdings" panose="05000000000000000000" pitchFamily="2" charset="2"/>
              <a:buChar char="Ø"/>
              <a:defRPr/>
            </a:pPr>
            <a:r>
              <a:rPr lang="en-US" altLang="en-GB" b="1" dirty="0" smtClean="0">
                <a:solidFill>
                  <a:srgbClr val="FFC000"/>
                </a:solidFill>
                <a:cs typeface="+mn-ea"/>
              </a:rPr>
              <a:t> Memory </a:t>
            </a:r>
            <a:r>
              <a:rPr lang="en-US" altLang="en-GB" b="1" dirty="0">
                <a:solidFill>
                  <a:srgbClr val="FFC000"/>
                </a:solidFill>
                <a:cs typeface="+mn-ea"/>
              </a:rPr>
              <a:t>Analysis</a:t>
            </a:r>
            <a:endParaRPr lang="en-GB" b="1" dirty="0">
              <a:solidFill>
                <a:srgbClr val="FFC000"/>
              </a:solidFill>
              <a:cs typeface="+mn-ea"/>
            </a:endParaRPr>
          </a:p>
          <a:p>
            <a:pPr lvl="1">
              <a:buFont typeface="Wingdings" pitchFamily="2" charset="2"/>
              <a:buNone/>
              <a:defRPr/>
            </a:pPr>
            <a:endParaRPr lang="en-GB" sz="3200" dirty="0" smtClean="0"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47713"/>
          </a:xfrm>
        </p:spPr>
        <p:txBody>
          <a:bodyPr/>
          <a:lstStyle/>
          <a:p>
            <a:pPr algn="ctr">
              <a:defRPr/>
            </a:pPr>
            <a:r>
              <a:rPr lang="en-GB" sz="3600" dirty="0" smtClean="0">
                <a:solidFill>
                  <a:srgbClr val="18B2B6"/>
                </a:solidFill>
              </a:rPr>
              <a:t>5.3 Examination (contd.)</a:t>
            </a:r>
          </a:p>
        </p:txBody>
      </p:sp>
      <p:sp>
        <p:nvSpPr>
          <p:cNvPr id="20484" name="Text Placeholder 2"/>
          <p:cNvSpPr>
            <a:spLocks noGrp="1"/>
          </p:cNvSpPr>
          <p:nvPr>
            <p:ph type="body" idx="1"/>
          </p:nvPr>
        </p:nvSpPr>
        <p:spPr>
          <a:xfrm>
            <a:off x="304912" y="887262"/>
            <a:ext cx="5562600" cy="533400"/>
          </a:xfrm>
        </p:spPr>
        <p:txBody>
          <a:bodyPr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rgbClr val="FFFF00"/>
              </a:buClr>
              <a:buFont typeface="Wingdings" pitchFamily="2" charset="2"/>
              <a:buChar char="q"/>
            </a:pPr>
            <a:r>
              <a:rPr lang="en-US" sz="2200" noProof="1" smtClean="0">
                <a:solidFill>
                  <a:srgbClr val="FFFF00"/>
                </a:solidFill>
                <a:effectLst/>
              </a:rPr>
              <a:t> </a:t>
            </a:r>
            <a:r>
              <a:rPr lang="en-US" sz="2200" b="1" noProof="1" smtClean="0">
                <a:solidFill>
                  <a:srgbClr val="FFFF00"/>
                </a:solidFill>
                <a:effectLst/>
              </a:rPr>
              <a:t>5.3.2.5 Operating System Artifacts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36" y="1620473"/>
            <a:ext cx="8382000" cy="130387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50" y="3276604"/>
            <a:ext cx="8000900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rgbClr val="FFFF00"/>
                </a:solidFill>
                <a:latin typeface="KDBFP K+ Warnock Pro"/>
              </a:rPr>
              <a:t>Various functions of an OS are designed </a:t>
            </a:r>
            <a:r>
              <a:rPr lang="en-US" sz="2400" dirty="0" smtClean="0">
                <a:solidFill>
                  <a:srgbClr val="04B8BC"/>
                </a:solidFill>
                <a:latin typeface="KDBFP K+ Warnock Pro"/>
              </a:rPr>
              <a:t>to enhance the user experience</a:t>
            </a:r>
            <a:r>
              <a:rPr lang="en-US" sz="2400" dirty="0" smtClean="0">
                <a:solidFill>
                  <a:srgbClr val="FFFF00"/>
                </a:solidFill>
                <a:latin typeface="KDBFP K+ Warnock Pro"/>
              </a:rPr>
              <a:t>. 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rgbClr val="FFFF00"/>
                </a:solidFill>
                <a:latin typeface="KDBFP K+ Warnock Pro"/>
              </a:rPr>
              <a:t>These operations typically </a:t>
            </a:r>
            <a:r>
              <a:rPr lang="en-US" sz="2400" dirty="0" smtClean="0">
                <a:solidFill>
                  <a:srgbClr val="04B8BC"/>
                </a:solidFill>
                <a:latin typeface="KDBFP K+ Warnock Pro"/>
              </a:rPr>
              <a:t>leave behind artifacts </a:t>
            </a:r>
            <a:r>
              <a:rPr lang="en-US" sz="2400" dirty="0" smtClean="0">
                <a:solidFill>
                  <a:srgbClr val="FFFF00"/>
                </a:solidFill>
                <a:latin typeface="KDBFP K+ Warnock Pro"/>
              </a:rPr>
              <a:t>to indicate what a user </a:t>
            </a:r>
            <a:r>
              <a:rPr lang="en-US" sz="2400" dirty="0" smtClean="0">
                <a:solidFill>
                  <a:srgbClr val="04B8BC"/>
                </a:solidFill>
                <a:latin typeface="KDBFP K+ Warnock Pro"/>
              </a:rPr>
              <a:t>accessed, installed, typed, and even deleted</a:t>
            </a:r>
            <a:r>
              <a:rPr lang="en-US" sz="2400" dirty="0" smtClean="0">
                <a:solidFill>
                  <a:srgbClr val="FFFF00"/>
                </a:solidFill>
                <a:latin typeface="KDBFP K+ Warnock Pro"/>
              </a:rPr>
              <a:t>. </a:t>
            </a:r>
            <a:endParaRPr lang="en-US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3438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47713"/>
          </a:xfrm>
        </p:spPr>
        <p:txBody>
          <a:bodyPr/>
          <a:lstStyle/>
          <a:p>
            <a:pPr algn="ctr">
              <a:defRPr/>
            </a:pPr>
            <a:r>
              <a:rPr lang="en-GB" sz="3600" dirty="0" smtClean="0">
                <a:solidFill>
                  <a:srgbClr val="18B2B6"/>
                </a:solidFill>
              </a:rPr>
              <a:t>5.3 Examination (contd.)</a:t>
            </a:r>
          </a:p>
        </p:txBody>
      </p:sp>
      <p:sp>
        <p:nvSpPr>
          <p:cNvPr id="20484" name="Text Placeholder 2"/>
          <p:cNvSpPr>
            <a:spLocks noGrp="1"/>
          </p:cNvSpPr>
          <p:nvPr>
            <p:ph type="body" idx="1"/>
          </p:nvPr>
        </p:nvSpPr>
        <p:spPr>
          <a:xfrm>
            <a:off x="304912" y="823913"/>
            <a:ext cx="5562600" cy="533400"/>
          </a:xfrm>
        </p:spPr>
        <p:txBody>
          <a:bodyPr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rgbClr val="FFFF00"/>
              </a:buClr>
              <a:buFont typeface="Wingdings" pitchFamily="2" charset="2"/>
              <a:buChar char="q"/>
            </a:pPr>
            <a:r>
              <a:rPr lang="en-US" sz="2200" noProof="1" smtClean="0">
                <a:solidFill>
                  <a:srgbClr val="FFFF00"/>
                </a:solidFill>
                <a:effectLst/>
              </a:rPr>
              <a:t> </a:t>
            </a:r>
            <a:r>
              <a:rPr lang="en-US" sz="2200" b="1" noProof="1" smtClean="0">
                <a:solidFill>
                  <a:srgbClr val="FFFF00"/>
                </a:solidFill>
                <a:effectLst/>
              </a:rPr>
              <a:t>5.3.2.5.1 Windows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704" y="1447852"/>
            <a:ext cx="800079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000" dirty="0" smtClean="0"/>
              <a:t>Intellectual property of </a:t>
            </a:r>
            <a:r>
              <a:rPr lang="en-US" sz="2000" dirty="0" smtClean="0">
                <a:solidFill>
                  <a:srgbClr val="00B0F0"/>
                </a:solidFill>
              </a:rPr>
              <a:t>Microsoft</a:t>
            </a:r>
            <a:r>
              <a:rPr lang="en-US" sz="2000" dirty="0" smtClean="0"/>
              <a:t> and as such is a </a:t>
            </a:r>
            <a:r>
              <a:rPr lang="en-US" sz="2000" dirty="0" smtClean="0">
                <a:solidFill>
                  <a:srgbClr val="00B0F0"/>
                </a:solidFill>
              </a:rPr>
              <a:t>closed source software</a:t>
            </a:r>
            <a:r>
              <a:rPr lang="en-US" sz="2000" dirty="0" smtClean="0">
                <a:solidFill>
                  <a:srgbClr val="FFFF00"/>
                </a:solidFill>
              </a:rPr>
              <a:t>. 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000" dirty="0" smtClean="0"/>
              <a:t>The documentation provided by Microsoft is enhanced by researchers and practitioners </a:t>
            </a:r>
            <a:r>
              <a:rPr lang="en-US" sz="2000" dirty="0" smtClean="0">
                <a:solidFill>
                  <a:srgbClr val="00B0F0"/>
                </a:solidFill>
              </a:rPr>
              <a:t>reverse engineering Windows artifacts</a:t>
            </a:r>
            <a:r>
              <a:rPr lang="en-US" sz="2000" dirty="0" smtClean="0">
                <a:solidFill>
                  <a:srgbClr val="FFFF00"/>
                </a:solidFill>
              </a:rPr>
              <a:t> </a:t>
            </a:r>
            <a:r>
              <a:rPr lang="en-US" sz="2000" dirty="0" smtClean="0"/>
              <a:t>with their causes and effects as they relate to </a:t>
            </a:r>
            <a:r>
              <a:rPr lang="en-US" sz="2000" dirty="0" smtClean="0">
                <a:solidFill>
                  <a:srgbClr val="00B0F0"/>
                </a:solidFill>
              </a:rPr>
              <a:t>digital forensics</a:t>
            </a:r>
            <a:r>
              <a:rPr lang="en-US" sz="2000" dirty="0" smtClean="0">
                <a:solidFill>
                  <a:srgbClr val="FFFF00"/>
                </a:solidFill>
              </a:rPr>
              <a:t>. 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000" dirty="0" smtClean="0"/>
              <a:t>As Microsoft continues to enhance or develop new versions of the OS, this </a:t>
            </a:r>
            <a:r>
              <a:rPr lang="en-US" sz="2000" dirty="0" smtClean="0">
                <a:solidFill>
                  <a:srgbClr val="00B0F0"/>
                </a:solidFill>
              </a:rPr>
              <a:t>reverse engineering, experimentation, and discovery of artifacts </a:t>
            </a:r>
            <a:r>
              <a:rPr lang="en-US" sz="2000" dirty="0" smtClean="0"/>
              <a:t>will continue to be important to the </a:t>
            </a:r>
            <a:r>
              <a:rPr lang="en-US" sz="2000" dirty="0" smtClean="0">
                <a:solidFill>
                  <a:srgbClr val="FFFF00"/>
                </a:solidFill>
              </a:rPr>
              <a:t>computer forensics </a:t>
            </a:r>
            <a:r>
              <a:rPr lang="en-US" sz="2000" dirty="0" smtClean="0"/>
              <a:t>field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9199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47713"/>
          </a:xfrm>
        </p:spPr>
        <p:txBody>
          <a:bodyPr/>
          <a:lstStyle/>
          <a:p>
            <a:pPr algn="ctr">
              <a:defRPr/>
            </a:pPr>
            <a:r>
              <a:rPr lang="en-GB" sz="3600" dirty="0" smtClean="0">
                <a:solidFill>
                  <a:srgbClr val="18B2B6"/>
                </a:solidFill>
              </a:rPr>
              <a:t>5.3 Examination (contd.)</a:t>
            </a:r>
          </a:p>
        </p:txBody>
      </p:sp>
      <p:sp>
        <p:nvSpPr>
          <p:cNvPr id="20484" name="Text Placeholder 2"/>
          <p:cNvSpPr>
            <a:spLocks noGrp="1"/>
          </p:cNvSpPr>
          <p:nvPr>
            <p:ph type="body" idx="1"/>
          </p:nvPr>
        </p:nvSpPr>
        <p:spPr>
          <a:xfrm>
            <a:off x="304912" y="823913"/>
            <a:ext cx="5562600" cy="533400"/>
          </a:xfrm>
        </p:spPr>
        <p:txBody>
          <a:bodyPr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rgbClr val="FFFF00"/>
              </a:buClr>
              <a:buFont typeface="Wingdings" pitchFamily="2" charset="2"/>
              <a:buChar char="q"/>
            </a:pPr>
            <a:r>
              <a:rPr lang="en-US" sz="2200" noProof="1" smtClean="0">
                <a:solidFill>
                  <a:srgbClr val="FFFF00"/>
                </a:solidFill>
                <a:effectLst/>
              </a:rPr>
              <a:t> </a:t>
            </a:r>
            <a:r>
              <a:rPr lang="en-US" sz="2200" b="1" noProof="1" smtClean="0">
                <a:solidFill>
                  <a:srgbClr val="FFFF00"/>
                </a:solidFill>
                <a:effectLst/>
              </a:rPr>
              <a:t>5.3.2.5.1 Windows (contd.)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704" y="1447852"/>
            <a:ext cx="8077096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000" b="1" dirty="0" smtClean="0">
                <a:solidFill>
                  <a:srgbClr val="FFC000"/>
                </a:solidFill>
              </a:rPr>
              <a:t>Registry:</a:t>
            </a:r>
          </a:p>
          <a:p>
            <a:pPr marL="800100" lvl="1" indent="-342900" algn="just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000" dirty="0" smtClean="0"/>
              <a:t>The </a:t>
            </a:r>
            <a:r>
              <a:rPr lang="en-US" sz="2000" i="1" dirty="0" smtClean="0">
                <a:solidFill>
                  <a:srgbClr val="00B0F0"/>
                </a:solidFill>
              </a:rPr>
              <a:t>registry</a:t>
            </a:r>
            <a:r>
              <a:rPr lang="en-US" sz="2000" i="1" dirty="0" smtClean="0"/>
              <a:t> </a:t>
            </a:r>
            <a:r>
              <a:rPr lang="en-US" sz="2000" dirty="0" smtClean="0"/>
              <a:t>is a </a:t>
            </a:r>
            <a:r>
              <a:rPr lang="en-US" sz="2000" dirty="0" smtClean="0">
                <a:solidFill>
                  <a:srgbClr val="00B0F0"/>
                </a:solidFill>
              </a:rPr>
              <a:t>system-defined database </a:t>
            </a:r>
            <a:r>
              <a:rPr lang="en-US" sz="2000" dirty="0" smtClean="0"/>
              <a:t>in which applications and system components </a:t>
            </a:r>
            <a:r>
              <a:rPr lang="en-US" sz="2000" dirty="0" smtClean="0">
                <a:solidFill>
                  <a:srgbClr val="00B0F0"/>
                </a:solidFill>
              </a:rPr>
              <a:t>store and retrieve configuration data</a:t>
            </a:r>
            <a:r>
              <a:rPr lang="en-US" sz="2000" dirty="0" smtClean="0"/>
              <a:t>.</a:t>
            </a:r>
          </a:p>
          <a:p>
            <a:pPr marL="800100" lvl="1" indent="-342900" algn="just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000" dirty="0" smtClean="0"/>
              <a:t>The data stored in the registry </a:t>
            </a:r>
            <a:r>
              <a:rPr lang="en-US" sz="2000" dirty="0" smtClean="0">
                <a:solidFill>
                  <a:srgbClr val="00B0F0"/>
                </a:solidFill>
              </a:rPr>
              <a:t>varies according to the version </a:t>
            </a:r>
            <a:r>
              <a:rPr lang="en-US" sz="2000" dirty="0" smtClean="0"/>
              <a:t>of Microsoft Windows. Applications use the </a:t>
            </a:r>
            <a:r>
              <a:rPr lang="en-US" sz="2000" dirty="0" smtClean="0">
                <a:solidFill>
                  <a:srgbClr val="00B0F0"/>
                </a:solidFill>
              </a:rPr>
              <a:t>registry API </a:t>
            </a:r>
            <a:r>
              <a:rPr lang="en-US" sz="2000" dirty="0" smtClean="0"/>
              <a:t>to retrieve, modify, or delete registry data.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FFC000"/>
                </a:solidFill>
              </a:rPr>
              <a:t>Hierarchical Structure </a:t>
            </a:r>
            <a:r>
              <a:rPr lang="en-US" sz="2000" dirty="0" smtClean="0"/>
              <a:t>with </a:t>
            </a:r>
            <a:r>
              <a:rPr lang="en-US" sz="2000" dirty="0" smtClean="0">
                <a:solidFill>
                  <a:srgbClr val="FFC000"/>
                </a:solidFill>
              </a:rPr>
              <a:t>four hives (groups) </a:t>
            </a:r>
            <a:r>
              <a:rPr lang="en-US" sz="2000" dirty="0" smtClean="0"/>
              <a:t>in the </a:t>
            </a:r>
            <a:r>
              <a:rPr lang="en-US" sz="2000" dirty="0" smtClean="0">
                <a:solidFill>
                  <a:srgbClr val="FFC000"/>
                </a:solidFill>
              </a:rPr>
              <a:t>base level</a:t>
            </a:r>
            <a:r>
              <a:rPr lang="en-US" sz="2000" dirty="0" smtClean="0"/>
              <a:t>: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</a:pPr>
            <a:endParaRPr lang="en-US" sz="1200" dirty="0" smtClean="0"/>
          </a:p>
          <a:p>
            <a:pPr algn="just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</a:pPr>
            <a:endParaRPr lang="en-US" sz="1200" dirty="0" smtClean="0"/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000" dirty="0" smtClean="0"/>
              <a:t>The registry is </a:t>
            </a:r>
            <a:r>
              <a:rPr lang="en-US" sz="2000" dirty="0" smtClean="0">
                <a:solidFill>
                  <a:srgbClr val="00B0F0"/>
                </a:solidFill>
              </a:rPr>
              <a:t>loaded into memory </a:t>
            </a:r>
            <a:r>
              <a:rPr lang="en-US" sz="2000" dirty="0" smtClean="0"/>
              <a:t>during the </a:t>
            </a:r>
            <a:r>
              <a:rPr lang="en-US" sz="2000" dirty="0" smtClean="0">
                <a:solidFill>
                  <a:srgbClr val="00B0F0"/>
                </a:solidFill>
              </a:rPr>
              <a:t>OS boot process</a:t>
            </a:r>
            <a:r>
              <a:rPr lang="en-US" sz="2000" dirty="0" smtClean="0"/>
              <a:t>. The </a:t>
            </a:r>
            <a:r>
              <a:rPr lang="en-US" sz="2000" dirty="0" smtClean="0">
                <a:solidFill>
                  <a:srgbClr val="FFC000"/>
                </a:solidFill>
              </a:rPr>
              <a:t>HARDWARE hive </a:t>
            </a:r>
            <a:r>
              <a:rPr lang="en-US" sz="2000" dirty="0" smtClean="0"/>
              <a:t>is only loaded while the system is running and is not a hive that can be examined if the system is </a:t>
            </a:r>
            <a:r>
              <a:rPr lang="en-US" sz="2000" dirty="0" smtClean="0">
                <a:solidFill>
                  <a:srgbClr val="00B0F0"/>
                </a:solidFill>
              </a:rPr>
              <a:t>shutdown</a:t>
            </a:r>
            <a:r>
              <a:rPr lang="en-US" sz="2000" dirty="0" smtClean="0"/>
              <a:t> or an image of the volume is examined.</a:t>
            </a:r>
            <a:endParaRPr lang="en-US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82" y="4495772"/>
            <a:ext cx="2795687" cy="53338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4" y="4510115"/>
            <a:ext cx="2438335" cy="53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957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308" y="44353"/>
            <a:ext cx="8229600" cy="609672"/>
          </a:xfrm>
        </p:spPr>
        <p:txBody>
          <a:bodyPr/>
          <a:lstStyle/>
          <a:p>
            <a:pPr algn="ctr">
              <a:defRPr/>
            </a:pPr>
            <a:r>
              <a:rPr lang="en-GB" sz="3600" dirty="0" smtClean="0">
                <a:solidFill>
                  <a:srgbClr val="18B2B6"/>
                </a:solidFill>
              </a:rPr>
              <a:t>5.3 Examination (contd.)</a:t>
            </a:r>
          </a:p>
        </p:txBody>
      </p:sp>
      <p:sp>
        <p:nvSpPr>
          <p:cNvPr id="20484" name="Text Placeholder 2"/>
          <p:cNvSpPr>
            <a:spLocks noGrp="1"/>
          </p:cNvSpPr>
          <p:nvPr>
            <p:ph type="body" idx="1"/>
          </p:nvPr>
        </p:nvSpPr>
        <p:spPr>
          <a:xfrm>
            <a:off x="76318" y="761781"/>
            <a:ext cx="5562600" cy="364292"/>
          </a:xfrm>
        </p:spPr>
        <p:txBody>
          <a:bodyPr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rgbClr val="FFFF00"/>
              </a:buClr>
              <a:buFont typeface="Wingdings" pitchFamily="2" charset="2"/>
              <a:buChar char="q"/>
            </a:pPr>
            <a:r>
              <a:rPr lang="en-US" sz="2200" noProof="1" smtClean="0">
                <a:solidFill>
                  <a:srgbClr val="FFFF00"/>
                </a:solidFill>
                <a:effectLst/>
              </a:rPr>
              <a:t> </a:t>
            </a:r>
            <a:r>
              <a:rPr lang="en-US" sz="2200" b="1" noProof="1" smtClean="0">
                <a:solidFill>
                  <a:srgbClr val="FFFF00"/>
                </a:solidFill>
                <a:effectLst/>
              </a:rPr>
              <a:t>5.3.2.5.1 Windows (contd.)</a:t>
            </a:r>
          </a:p>
        </p:txBody>
      </p:sp>
      <p:sp>
        <p:nvSpPr>
          <p:cNvPr id="3" name="Rectangle 2"/>
          <p:cNvSpPr/>
          <p:nvPr/>
        </p:nvSpPr>
        <p:spPr>
          <a:xfrm>
            <a:off x="372532" y="1051848"/>
            <a:ext cx="601964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FFC000"/>
                </a:solidFill>
              </a:rPr>
              <a:t>Files that store data for the registry </a:t>
            </a:r>
            <a:r>
              <a:rPr lang="en-US" sz="2000" dirty="0" smtClean="0">
                <a:solidFill>
                  <a:srgbClr val="FFFFFF"/>
                </a:solidFill>
              </a:rPr>
              <a:t>that are most interesting for a </a:t>
            </a:r>
            <a:r>
              <a:rPr lang="en-US" sz="2000" dirty="0" smtClean="0">
                <a:solidFill>
                  <a:srgbClr val="FFC000"/>
                </a:solidFill>
              </a:rPr>
              <a:t>digital forensic examiner </a:t>
            </a:r>
            <a:r>
              <a:rPr lang="en-US" sz="2000" dirty="0" smtClean="0">
                <a:solidFill>
                  <a:srgbClr val="FFFFFF"/>
                </a:solidFill>
              </a:rPr>
              <a:t>are</a:t>
            </a:r>
            <a:r>
              <a:rPr lang="en-US" sz="2000" dirty="0">
                <a:solidFill>
                  <a:srgbClr val="FFFFFF"/>
                </a:solidFill>
              </a:rPr>
              <a:t>: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770" y="1101651"/>
            <a:ext cx="2508122" cy="151048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92" y="2764565"/>
            <a:ext cx="6074326" cy="16190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92" y="4648168"/>
            <a:ext cx="7104855" cy="168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757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90"/>
            <a:ext cx="8229600" cy="609672"/>
          </a:xfrm>
        </p:spPr>
        <p:txBody>
          <a:bodyPr/>
          <a:lstStyle/>
          <a:p>
            <a:pPr algn="ctr">
              <a:defRPr/>
            </a:pPr>
            <a:r>
              <a:rPr lang="en-GB" sz="3600" dirty="0" smtClean="0">
                <a:solidFill>
                  <a:srgbClr val="18B2B6"/>
                </a:solidFill>
              </a:rPr>
              <a:t>5.3 Examination (contd.)</a:t>
            </a:r>
          </a:p>
        </p:txBody>
      </p:sp>
      <p:sp>
        <p:nvSpPr>
          <p:cNvPr id="20484" name="Text Placeholder 2"/>
          <p:cNvSpPr>
            <a:spLocks noGrp="1"/>
          </p:cNvSpPr>
          <p:nvPr>
            <p:ph type="body" idx="1"/>
          </p:nvPr>
        </p:nvSpPr>
        <p:spPr>
          <a:xfrm>
            <a:off x="76318" y="761781"/>
            <a:ext cx="5562600" cy="364292"/>
          </a:xfrm>
        </p:spPr>
        <p:txBody>
          <a:bodyPr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rgbClr val="FFFF00"/>
              </a:buClr>
              <a:buFont typeface="Wingdings" pitchFamily="2" charset="2"/>
              <a:buChar char="q"/>
            </a:pPr>
            <a:r>
              <a:rPr lang="en-US" sz="2200" noProof="1" smtClean="0">
                <a:solidFill>
                  <a:srgbClr val="FFFF00"/>
                </a:solidFill>
                <a:effectLst/>
              </a:rPr>
              <a:t> </a:t>
            </a:r>
            <a:r>
              <a:rPr lang="en-US" sz="2200" b="1" noProof="1" smtClean="0">
                <a:solidFill>
                  <a:srgbClr val="FFFF00"/>
                </a:solidFill>
                <a:effectLst/>
              </a:rPr>
              <a:t>5.3.2.5.1 Windows (contd.)</a:t>
            </a:r>
          </a:p>
        </p:txBody>
      </p:sp>
      <p:sp>
        <p:nvSpPr>
          <p:cNvPr id="3" name="Rectangle 2"/>
          <p:cNvSpPr/>
          <p:nvPr/>
        </p:nvSpPr>
        <p:spPr>
          <a:xfrm>
            <a:off x="370313" y="1169763"/>
            <a:ext cx="601964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FFC000"/>
                </a:solidFill>
              </a:rPr>
              <a:t>Files that store data for the registry </a:t>
            </a:r>
            <a:r>
              <a:rPr lang="en-US" sz="2000" dirty="0" smtClean="0">
                <a:solidFill>
                  <a:srgbClr val="FFFFFF"/>
                </a:solidFill>
              </a:rPr>
              <a:t>that are most interesting for a </a:t>
            </a:r>
            <a:r>
              <a:rPr lang="en-US" sz="2000" dirty="0" smtClean="0">
                <a:solidFill>
                  <a:srgbClr val="FFC000"/>
                </a:solidFill>
              </a:rPr>
              <a:t>digital forensic examiner </a:t>
            </a:r>
            <a:r>
              <a:rPr lang="en-US" sz="2000" dirty="0" smtClean="0">
                <a:solidFill>
                  <a:srgbClr val="FFFFFF"/>
                </a:solidFill>
              </a:rPr>
              <a:t>are</a:t>
            </a:r>
            <a:r>
              <a:rPr lang="en-US" sz="2000" dirty="0">
                <a:solidFill>
                  <a:srgbClr val="FFFFFF"/>
                </a:solidFill>
              </a:rPr>
              <a:t>: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950" y="838268"/>
            <a:ext cx="2508122" cy="151048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98" y="2517481"/>
            <a:ext cx="7315008" cy="97854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29" y="3657594"/>
            <a:ext cx="7383598" cy="151030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086" y="5337998"/>
            <a:ext cx="7299219" cy="121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898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90"/>
            <a:ext cx="8229600" cy="609672"/>
          </a:xfrm>
        </p:spPr>
        <p:txBody>
          <a:bodyPr/>
          <a:lstStyle/>
          <a:p>
            <a:pPr algn="ctr">
              <a:defRPr/>
            </a:pPr>
            <a:r>
              <a:rPr lang="en-GB" sz="3600" dirty="0" smtClean="0">
                <a:solidFill>
                  <a:srgbClr val="18B2B6"/>
                </a:solidFill>
              </a:rPr>
              <a:t>5.3 Examination (contd.)</a:t>
            </a:r>
          </a:p>
        </p:txBody>
      </p:sp>
      <p:sp>
        <p:nvSpPr>
          <p:cNvPr id="20484" name="Text Placeholder 2"/>
          <p:cNvSpPr>
            <a:spLocks noGrp="1"/>
          </p:cNvSpPr>
          <p:nvPr>
            <p:ph type="body" idx="1"/>
          </p:nvPr>
        </p:nvSpPr>
        <p:spPr>
          <a:xfrm>
            <a:off x="76318" y="761781"/>
            <a:ext cx="5562600" cy="364292"/>
          </a:xfrm>
        </p:spPr>
        <p:txBody>
          <a:bodyPr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rgbClr val="FFFF00"/>
              </a:buClr>
              <a:buFont typeface="Wingdings" pitchFamily="2" charset="2"/>
              <a:buChar char="q"/>
            </a:pPr>
            <a:r>
              <a:rPr lang="en-US" sz="2200" noProof="1" smtClean="0">
                <a:solidFill>
                  <a:srgbClr val="FFFF00"/>
                </a:solidFill>
                <a:effectLst/>
              </a:rPr>
              <a:t> </a:t>
            </a:r>
            <a:r>
              <a:rPr lang="en-US" sz="2200" b="1" noProof="1" smtClean="0">
                <a:solidFill>
                  <a:srgbClr val="FFFF00"/>
                </a:solidFill>
                <a:effectLst/>
              </a:rPr>
              <a:t>5.3.2.5.1 Windows (contd.)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04" y="1447852"/>
            <a:ext cx="8192552" cy="407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188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90"/>
            <a:ext cx="8229600" cy="609672"/>
          </a:xfrm>
        </p:spPr>
        <p:txBody>
          <a:bodyPr/>
          <a:lstStyle/>
          <a:p>
            <a:pPr algn="ctr">
              <a:defRPr/>
            </a:pPr>
            <a:r>
              <a:rPr lang="en-GB" sz="3600" dirty="0" smtClean="0">
                <a:solidFill>
                  <a:srgbClr val="18B2B6"/>
                </a:solidFill>
              </a:rPr>
              <a:t>5.3 Examination (contd.)</a:t>
            </a:r>
          </a:p>
        </p:txBody>
      </p:sp>
      <p:sp>
        <p:nvSpPr>
          <p:cNvPr id="20484" name="Text Placeholder 2"/>
          <p:cNvSpPr>
            <a:spLocks noGrp="1"/>
          </p:cNvSpPr>
          <p:nvPr>
            <p:ph type="body" idx="1"/>
          </p:nvPr>
        </p:nvSpPr>
        <p:spPr>
          <a:xfrm>
            <a:off x="76318" y="761781"/>
            <a:ext cx="6172038" cy="364292"/>
          </a:xfrm>
        </p:spPr>
        <p:txBody>
          <a:bodyPr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rgbClr val="FFFF00"/>
              </a:buClr>
              <a:buFont typeface="Wingdings" pitchFamily="2" charset="2"/>
              <a:buChar char="q"/>
            </a:pPr>
            <a:r>
              <a:rPr lang="en-US" sz="2200" noProof="1" smtClean="0">
                <a:solidFill>
                  <a:srgbClr val="FFFF00"/>
                </a:solidFill>
                <a:effectLst/>
              </a:rPr>
              <a:t> </a:t>
            </a:r>
            <a:r>
              <a:rPr lang="en-US" sz="2200" b="1" noProof="1">
                <a:solidFill>
                  <a:srgbClr val="FFFF00"/>
                </a:solidFill>
                <a:effectLst/>
              </a:rPr>
              <a:t>5.3.2.5.2 Volume Shadow Service (VSS)</a:t>
            </a:r>
            <a:endParaRPr lang="en-US" sz="2200" b="1" noProof="1" smtClean="0">
              <a:solidFill>
                <a:srgbClr val="FFFF00"/>
              </a:solidFill>
              <a:effectLst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70312" y="1169763"/>
            <a:ext cx="854497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FFFFFF"/>
                </a:solidFill>
              </a:rPr>
              <a:t>Also called </a:t>
            </a:r>
            <a:r>
              <a:rPr lang="en-US" sz="2000" dirty="0" smtClean="0">
                <a:solidFill>
                  <a:srgbClr val="00B0F0"/>
                </a:solidFill>
              </a:rPr>
              <a:t>volume shadow copy</a:t>
            </a:r>
            <a:r>
              <a:rPr lang="en-US" sz="2000" dirty="0" smtClean="0">
                <a:solidFill>
                  <a:srgbClr val="FFFFFF"/>
                </a:solidFill>
              </a:rPr>
              <a:t>, is a </a:t>
            </a:r>
            <a:r>
              <a:rPr lang="en-US" sz="2000" dirty="0" smtClean="0">
                <a:solidFill>
                  <a:srgbClr val="FFC000"/>
                </a:solidFill>
              </a:rPr>
              <a:t>hybrid OS-level and file system-level data redundancy system</a:t>
            </a:r>
            <a:r>
              <a:rPr lang="en-US" sz="2000" dirty="0" smtClean="0">
                <a:solidFill>
                  <a:srgbClr val="FFFFFF"/>
                </a:solidFill>
              </a:rPr>
              <a:t>. 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FFC000"/>
                </a:solidFill>
              </a:rPr>
              <a:t>T</a:t>
            </a:r>
            <a:r>
              <a:rPr lang="en-US" sz="2000" dirty="0" smtClean="0">
                <a:solidFill>
                  <a:srgbClr val="FFC000"/>
                </a:solidFill>
              </a:rPr>
              <a:t>racks changes to user and system files </a:t>
            </a:r>
            <a:r>
              <a:rPr lang="en-US" sz="2000" dirty="0" smtClean="0">
                <a:solidFill>
                  <a:srgbClr val="FFFFFF"/>
                </a:solidFill>
              </a:rPr>
              <a:t>and can contain previous versions of files and directories, including </a:t>
            </a:r>
            <a:r>
              <a:rPr lang="en-US" sz="2000" dirty="0" smtClean="0">
                <a:solidFill>
                  <a:srgbClr val="00B0F0"/>
                </a:solidFill>
              </a:rPr>
              <a:t>deleted data and files</a:t>
            </a:r>
            <a:r>
              <a:rPr lang="en-US" sz="2000" dirty="0">
                <a:solidFill>
                  <a:srgbClr val="FFFFFF"/>
                </a:solidFill>
              </a:rPr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30" y="2667205"/>
            <a:ext cx="7951870" cy="245537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31" y="5097674"/>
            <a:ext cx="7951870" cy="122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519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90"/>
            <a:ext cx="8229600" cy="609672"/>
          </a:xfrm>
        </p:spPr>
        <p:txBody>
          <a:bodyPr/>
          <a:lstStyle/>
          <a:p>
            <a:pPr algn="ctr">
              <a:defRPr/>
            </a:pPr>
            <a:r>
              <a:rPr lang="en-GB" sz="3600" dirty="0" smtClean="0">
                <a:solidFill>
                  <a:srgbClr val="18B2B6"/>
                </a:solidFill>
              </a:rPr>
              <a:t>5.3 Examination (contd.)</a:t>
            </a:r>
          </a:p>
        </p:txBody>
      </p:sp>
      <p:sp>
        <p:nvSpPr>
          <p:cNvPr id="20484" name="Text Placeholder 2"/>
          <p:cNvSpPr>
            <a:spLocks noGrp="1"/>
          </p:cNvSpPr>
          <p:nvPr>
            <p:ph type="body" idx="1"/>
          </p:nvPr>
        </p:nvSpPr>
        <p:spPr>
          <a:xfrm>
            <a:off x="76318" y="761781"/>
            <a:ext cx="6172038" cy="364292"/>
          </a:xfrm>
        </p:spPr>
        <p:txBody>
          <a:bodyPr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rgbClr val="FFFF00"/>
              </a:buClr>
              <a:buFont typeface="Wingdings" pitchFamily="2" charset="2"/>
              <a:buChar char="q"/>
            </a:pPr>
            <a:r>
              <a:rPr lang="en-US" sz="2200" noProof="1" smtClean="0">
                <a:solidFill>
                  <a:srgbClr val="FFFF00"/>
                </a:solidFill>
                <a:effectLst/>
              </a:rPr>
              <a:t> </a:t>
            </a:r>
            <a:r>
              <a:rPr lang="en-US" sz="2200" b="1" noProof="1" smtClean="0">
                <a:solidFill>
                  <a:srgbClr val="FFFF00"/>
                </a:solidFill>
                <a:effectLst/>
              </a:rPr>
              <a:t>5.3.2.5.3 </a:t>
            </a:r>
            <a:r>
              <a:rPr lang="en-US" sz="2200" b="1" noProof="1">
                <a:solidFill>
                  <a:srgbClr val="FFFF00"/>
                </a:solidFill>
                <a:effectLst/>
              </a:rPr>
              <a:t>Recycle Bin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506" y="1126073"/>
            <a:ext cx="7939799" cy="1607353"/>
          </a:xfrm>
          <a:prstGeom prst="rect">
            <a:avLst/>
          </a:prstGeom>
        </p:spPr>
      </p:pic>
      <p:sp>
        <p:nvSpPr>
          <p:cNvPr id="9" name="Text Placeholder 2"/>
          <p:cNvSpPr txBox="1">
            <a:spLocks/>
          </p:cNvSpPr>
          <p:nvPr/>
        </p:nvSpPr>
        <p:spPr bwMode="auto">
          <a:xfrm>
            <a:off x="76318" y="2920786"/>
            <a:ext cx="6172038" cy="3642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None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None/>
              <a:defRPr sz="1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MS PGothic" panose="020B0600070205080204" pitchFamily="34" charset="-128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None/>
              <a:defRPr sz="16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MS PGothic" panose="020B0600070205080204" pitchFamily="34" charset="-128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None/>
              <a:defRPr sz="1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MS PGothic" panose="020B0600070205080204" pitchFamily="34" charset="-128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None/>
              <a:defRPr sz="1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MS PGothic" panose="020B0600070205080204" pitchFamily="34" charset="-128"/>
              </a:defRPr>
            </a:lvl5pPr>
            <a:lvl6pPr marL="2286000" indent="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743200" indent="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200400" indent="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657600" indent="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  <a:buClr>
                <a:srgbClr val="FFFF00"/>
              </a:buClr>
              <a:buFont typeface="Wingdings" pitchFamily="2" charset="2"/>
              <a:buChar char="q"/>
            </a:pPr>
            <a:r>
              <a:rPr lang="en-US" sz="2200" kern="0" noProof="1" smtClean="0">
                <a:solidFill>
                  <a:srgbClr val="FFFF00"/>
                </a:solidFill>
                <a:effectLst/>
              </a:rPr>
              <a:t> </a:t>
            </a:r>
            <a:r>
              <a:rPr lang="en-US" sz="2200" b="1" kern="0" noProof="1" smtClean="0">
                <a:solidFill>
                  <a:srgbClr val="FFFF00"/>
                </a:solidFill>
                <a:effectLst/>
              </a:rPr>
              <a:t>5.3.2.5.4 </a:t>
            </a:r>
            <a:r>
              <a:rPr lang="en-US" sz="2200" b="1" kern="0" noProof="1">
                <a:solidFill>
                  <a:srgbClr val="FFFF00"/>
                </a:solidFill>
                <a:effectLst/>
              </a:rPr>
              <a:t>Event Logs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06" y="3352802"/>
            <a:ext cx="7939799" cy="334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746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90"/>
            <a:ext cx="8229600" cy="609672"/>
          </a:xfrm>
        </p:spPr>
        <p:txBody>
          <a:bodyPr/>
          <a:lstStyle/>
          <a:p>
            <a:pPr algn="ctr">
              <a:defRPr/>
            </a:pPr>
            <a:r>
              <a:rPr lang="en-GB" sz="3600" dirty="0" smtClean="0">
                <a:solidFill>
                  <a:srgbClr val="18B2B6"/>
                </a:solidFill>
              </a:rPr>
              <a:t>5.3 Examination (contd.)</a:t>
            </a:r>
          </a:p>
        </p:txBody>
      </p:sp>
      <p:sp>
        <p:nvSpPr>
          <p:cNvPr id="20484" name="Text Placeholder 2"/>
          <p:cNvSpPr>
            <a:spLocks noGrp="1"/>
          </p:cNvSpPr>
          <p:nvPr>
            <p:ph type="body" idx="1"/>
          </p:nvPr>
        </p:nvSpPr>
        <p:spPr>
          <a:xfrm>
            <a:off x="43192" y="604081"/>
            <a:ext cx="6172038" cy="364292"/>
          </a:xfrm>
        </p:spPr>
        <p:txBody>
          <a:bodyPr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rgbClr val="FFFF00"/>
              </a:buClr>
              <a:buFont typeface="Wingdings" pitchFamily="2" charset="2"/>
              <a:buChar char="q"/>
            </a:pPr>
            <a:r>
              <a:rPr lang="en-US" sz="2200" noProof="1" smtClean="0">
                <a:solidFill>
                  <a:srgbClr val="FFFF00"/>
                </a:solidFill>
                <a:effectLst/>
              </a:rPr>
              <a:t> </a:t>
            </a:r>
            <a:r>
              <a:rPr lang="en-US" sz="2200" b="1" noProof="1" smtClean="0">
                <a:solidFill>
                  <a:srgbClr val="FFFF00"/>
                </a:solidFill>
                <a:effectLst/>
              </a:rPr>
              <a:t>5.3.2.5.5 Memory</a:t>
            </a:r>
            <a:endParaRPr lang="en-US" sz="2200" b="1" noProof="1">
              <a:solidFill>
                <a:srgbClr val="FFFF00"/>
              </a:solidFill>
              <a:effectLst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66"/>
            <a:ext cx="7119401" cy="40832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60" y="5029158"/>
            <a:ext cx="6781622" cy="171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232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90"/>
            <a:ext cx="8229600" cy="609672"/>
          </a:xfrm>
        </p:spPr>
        <p:txBody>
          <a:bodyPr/>
          <a:lstStyle/>
          <a:p>
            <a:pPr algn="ctr">
              <a:defRPr/>
            </a:pPr>
            <a:r>
              <a:rPr lang="en-GB" sz="3600" dirty="0" smtClean="0">
                <a:solidFill>
                  <a:srgbClr val="18B2B6"/>
                </a:solidFill>
              </a:rPr>
              <a:t>5.3 Examination (contd.)</a:t>
            </a:r>
          </a:p>
        </p:txBody>
      </p:sp>
      <p:sp>
        <p:nvSpPr>
          <p:cNvPr id="20484" name="Text Placeholder 2"/>
          <p:cNvSpPr>
            <a:spLocks noGrp="1"/>
          </p:cNvSpPr>
          <p:nvPr>
            <p:ph type="body" idx="1"/>
          </p:nvPr>
        </p:nvSpPr>
        <p:spPr>
          <a:xfrm>
            <a:off x="43192" y="702570"/>
            <a:ext cx="6172038" cy="364292"/>
          </a:xfrm>
        </p:spPr>
        <p:txBody>
          <a:bodyPr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rgbClr val="FFFF00"/>
              </a:buClr>
              <a:buFont typeface="Wingdings" pitchFamily="2" charset="2"/>
              <a:buChar char="q"/>
            </a:pPr>
            <a:r>
              <a:rPr lang="en-US" sz="2200" noProof="1" smtClean="0">
                <a:solidFill>
                  <a:srgbClr val="FFFF00"/>
                </a:solidFill>
                <a:effectLst/>
              </a:rPr>
              <a:t> </a:t>
            </a:r>
            <a:r>
              <a:rPr lang="en-US" sz="2200" b="1" noProof="1">
                <a:solidFill>
                  <a:srgbClr val="FFFF00"/>
                </a:solidFill>
                <a:effectLst/>
              </a:rPr>
              <a:t>5.3.2.5.6 Linux Distributions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110" y="1014912"/>
            <a:ext cx="861037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KDBFP K+ Warnock Pro"/>
              </a:rPr>
              <a:t>The core of the system is the </a:t>
            </a:r>
            <a:r>
              <a:rPr lang="en-US" sz="2000" dirty="0" smtClean="0">
                <a:solidFill>
                  <a:srgbClr val="FFC000"/>
                </a:solidFill>
                <a:latin typeface="KDBFP K+ Warnock Pro"/>
              </a:rPr>
              <a:t>Linux kernel</a:t>
            </a:r>
            <a:r>
              <a:rPr lang="en-US" sz="2000" dirty="0" smtClean="0">
                <a:latin typeface="KDBFP K+ Warnock Pro"/>
              </a:rPr>
              <a:t>.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00B0F0"/>
                </a:solidFill>
              </a:rPr>
              <a:t>Additional tools </a:t>
            </a:r>
            <a:r>
              <a:rPr lang="en-US" sz="2000" dirty="0" smtClean="0"/>
              <a:t>in a Linux distribution complete the OS by allowing </a:t>
            </a:r>
            <a:r>
              <a:rPr lang="en-US" sz="2000" dirty="0" smtClean="0">
                <a:solidFill>
                  <a:srgbClr val="FFC000"/>
                </a:solidFill>
              </a:rPr>
              <a:t>interaction with the kernel, user interfaces, hardware, end-user applications, packaging systems</a:t>
            </a:r>
            <a:r>
              <a:rPr lang="en-US" sz="2000" dirty="0" smtClean="0"/>
              <a:t>, and more.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00B0F0"/>
                </a:solidFill>
              </a:rPr>
              <a:t>Many different Linux distributions </a:t>
            </a:r>
            <a:r>
              <a:rPr lang="en-US" sz="2000" dirty="0" smtClean="0"/>
              <a:t>makes creating a </a:t>
            </a:r>
            <a:r>
              <a:rPr lang="en-US" sz="2000" dirty="0" smtClean="0">
                <a:solidFill>
                  <a:srgbClr val="FFC000"/>
                </a:solidFill>
              </a:rPr>
              <a:t>single security tool</a:t>
            </a:r>
            <a:r>
              <a:rPr lang="en-US" sz="2000" dirty="0" smtClean="0"/>
              <a:t>, </a:t>
            </a:r>
            <a:r>
              <a:rPr lang="en-US" sz="2000" dirty="0" smtClean="0">
                <a:solidFill>
                  <a:srgbClr val="FFC000"/>
                </a:solidFill>
              </a:rPr>
              <a:t>live response data collection</a:t>
            </a:r>
            <a:r>
              <a:rPr lang="en-US" sz="2000" dirty="0" smtClean="0"/>
              <a:t>, or even </a:t>
            </a:r>
            <a:r>
              <a:rPr lang="en-US" sz="2000" dirty="0" smtClean="0">
                <a:solidFill>
                  <a:srgbClr val="FFC000"/>
                </a:solidFill>
              </a:rPr>
              <a:t>focused methodology document </a:t>
            </a:r>
            <a:r>
              <a:rPr lang="en-US" sz="2000" dirty="0" smtClean="0">
                <a:solidFill>
                  <a:srgbClr val="00B0F0"/>
                </a:solidFill>
              </a:rPr>
              <a:t>difficult</a:t>
            </a:r>
            <a:r>
              <a:rPr lang="en-US" sz="2000" dirty="0" smtClean="0"/>
              <a:t> at best. 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000" dirty="0" smtClean="0"/>
              <a:t>Some artifacts, however, are </a:t>
            </a:r>
            <a:r>
              <a:rPr lang="en-US" sz="2000" dirty="0" smtClean="0">
                <a:solidFill>
                  <a:srgbClr val="FFC000"/>
                </a:solidFill>
              </a:rPr>
              <a:t>common among most distributions</a:t>
            </a:r>
            <a:r>
              <a:rPr lang="en-US" sz="2000" dirty="0" smtClean="0"/>
              <a:t>. 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FFC000"/>
                </a:solidFill>
              </a:rPr>
              <a:t>Some standard places </a:t>
            </a:r>
            <a:r>
              <a:rPr lang="en-US" sz="2000" dirty="0" smtClean="0"/>
              <a:t>to investigate </a:t>
            </a:r>
            <a:r>
              <a:rPr lang="en-US" sz="2000" dirty="0" smtClean="0">
                <a:solidFill>
                  <a:srgbClr val="FFC000"/>
                </a:solidFill>
              </a:rPr>
              <a:t>evidence</a:t>
            </a:r>
            <a:r>
              <a:rPr lang="en-US" sz="2000" dirty="0" smtClean="0"/>
              <a:t> on a Linux system discussed.</a:t>
            </a:r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403" y="4800564"/>
            <a:ext cx="8061631" cy="1676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037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90"/>
            <a:ext cx="8229600" cy="609672"/>
          </a:xfrm>
        </p:spPr>
        <p:txBody>
          <a:bodyPr/>
          <a:lstStyle/>
          <a:p>
            <a:pPr algn="ctr">
              <a:defRPr/>
            </a:pPr>
            <a:r>
              <a:rPr lang="en-GB" sz="3600" dirty="0" smtClean="0">
                <a:solidFill>
                  <a:srgbClr val="18B2B6"/>
                </a:solidFill>
              </a:rPr>
              <a:t>5.3 Examination (contd.)</a:t>
            </a:r>
          </a:p>
        </p:txBody>
      </p:sp>
      <p:sp>
        <p:nvSpPr>
          <p:cNvPr id="20484" name="Text Placeholder 2"/>
          <p:cNvSpPr>
            <a:spLocks noGrp="1"/>
          </p:cNvSpPr>
          <p:nvPr>
            <p:ph type="body" idx="1"/>
          </p:nvPr>
        </p:nvSpPr>
        <p:spPr>
          <a:xfrm>
            <a:off x="228714" y="702570"/>
            <a:ext cx="6172038" cy="364292"/>
          </a:xfrm>
        </p:spPr>
        <p:txBody>
          <a:bodyPr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rgbClr val="FFFF00"/>
              </a:buClr>
              <a:buFont typeface="Wingdings" pitchFamily="2" charset="2"/>
              <a:buChar char="q"/>
            </a:pPr>
            <a:r>
              <a:rPr lang="en-US" sz="2200" noProof="1" smtClean="0">
                <a:solidFill>
                  <a:srgbClr val="FFFF00"/>
                </a:solidFill>
                <a:effectLst/>
              </a:rPr>
              <a:t> </a:t>
            </a:r>
            <a:r>
              <a:rPr lang="en-US" sz="2200" b="1" noProof="1">
                <a:solidFill>
                  <a:srgbClr val="FFFF00"/>
                </a:solidFill>
                <a:effectLst/>
              </a:rPr>
              <a:t>5.3.2.5.6 Linux </a:t>
            </a:r>
            <a:r>
              <a:rPr lang="en-US" sz="2200" b="1" noProof="1" smtClean="0">
                <a:solidFill>
                  <a:srgbClr val="FFFF00"/>
                </a:solidFill>
                <a:effectLst/>
              </a:rPr>
              <a:t>Distributions (contd.)</a:t>
            </a:r>
            <a:endParaRPr lang="en-US" sz="2200" b="1" noProof="1">
              <a:solidFill>
                <a:srgbClr val="FFFF00"/>
              </a:solidFill>
              <a:effectLst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3" y="1066862"/>
            <a:ext cx="7632854" cy="155453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900" y="2684121"/>
            <a:ext cx="7623527" cy="54874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901" y="3295591"/>
            <a:ext cx="5559654" cy="5469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900" y="3905222"/>
            <a:ext cx="6550228" cy="91968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573" y="4885873"/>
            <a:ext cx="6407159" cy="67667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900" y="5638742"/>
            <a:ext cx="6178763" cy="1061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839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-76108"/>
            <a:ext cx="8229600" cy="609672"/>
          </a:xfrm>
        </p:spPr>
        <p:txBody>
          <a:bodyPr/>
          <a:lstStyle/>
          <a:p>
            <a:pPr algn="ctr">
              <a:defRPr/>
            </a:pPr>
            <a:r>
              <a:rPr lang="en-GB" sz="3600" dirty="0" smtClean="0">
                <a:solidFill>
                  <a:srgbClr val="18B2B6"/>
                </a:solidFill>
              </a:rPr>
              <a:t>5.3 Examination (contd.)</a:t>
            </a:r>
          </a:p>
        </p:txBody>
      </p:sp>
      <p:sp>
        <p:nvSpPr>
          <p:cNvPr id="20484" name="Text Placeholder 2"/>
          <p:cNvSpPr>
            <a:spLocks noGrp="1"/>
          </p:cNvSpPr>
          <p:nvPr>
            <p:ph type="body" idx="1"/>
          </p:nvPr>
        </p:nvSpPr>
        <p:spPr>
          <a:xfrm>
            <a:off x="152516" y="533476"/>
            <a:ext cx="6172038" cy="364292"/>
          </a:xfrm>
        </p:spPr>
        <p:txBody>
          <a:bodyPr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rgbClr val="FFFF00"/>
              </a:buClr>
              <a:buFont typeface="Wingdings" pitchFamily="2" charset="2"/>
              <a:buChar char="q"/>
            </a:pPr>
            <a:r>
              <a:rPr lang="en-US" sz="2200" noProof="1" smtClean="0">
                <a:solidFill>
                  <a:srgbClr val="FFFF00"/>
                </a:solidFill>
                <a:effectLst/>
              </a:rPr>
              <a:t> </a:t>
            </a:r>
            <a:r>
              <a:rPr lang="en-US" sz="2200" b="1" noProof="1">
                <a:solidFill>
                  <a:srgbClr val="FFFF00"/>
                </a:solidFill>
                <a:effectLst/>
              </a:rPr>
              <a:t>5.3.2.5.6 Linux </a:t>
            </a:r>
            <a:r>
              <a:rPr lang="en-US" sz="2200" b="1" noProof="1" smtClean="0">
                <a:solidFill>
                  <a:srgbClr val="FFFF00"/>
                </a:solidFill>
                <a:effectLst/>
              </a:rPr>
              <a:t>Distributions (contd.)</a:t>
            </a:r>
            <a:endParaRPr lang="en-US" sz="2200" b="1" noProof="1">
              <a:solidFill>
                <a:srgbClr val="FFFF00"/>
              </a:solidFill>
              <a:effectLst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86" y="838268"/>
            <a:ext cx="6865138" cy="112442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86" y="1991882"/>
            <a:ext cx="6788940" cy="109586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86" y="3116937"/>
            <a:ext cx="6636544" cy="109493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386" y="4243447"/>
            <a:ext cx="6788940" cy="90817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387" y="5180501"/>
            <a:ext cx="5950762" cy="159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735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90"/>
            <a:ext cx="8229600" cy="609672"/>
          </a:xfrm>
        </p:spPr>
        <p:txBody>
          <a:bodyPr/>
          <a:lstStyle/>
          <a:p>
            <a:pPr algn="ctr">
              <a:defRPr/>
            </a:pPr>
            <a:r>
              <a:rPr lang="en-GB" sz="3600" dirty="0" smtClean="0">
                <a:solidFill>
                  <a:srgbClr val="18B2B6"/>
                </a:solidFill>
              </a:rPr>
              <a:t>5.3 Examination (contd.)</a:t>
            </a:r>
          </a:p>
        </p:txBody>
      </p:sp>
      <p:sp>
        <p:nvSpPr>
          <p:cNvPr id="20484" name="Text Placeholder 2"/>
          <p:cNvSpPr>
            <a:spLocks noGrp="1"/>
          </p:cNvSpPr>
          <p:nvPr>
            <p:ph type="body" idx="1"/>
          </p:nvPr>
        </p:nvSpPr>
        <p:spPr>
          <a:xfrm>
            <a:off x="228714" y="702570"/>
            <a:ext cx="6172038" cy="364292"/>
          </a:xfrm>
        </p:spPr>
        <p:txBody>
          <a:bodyPr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rgbClr val="FFFF00"/>
              </a:buClr>
              <a:buFont typeface="Wingdings" pitchFamily="2" charset="2"/>
              <a:buChar char="q"/>
            </a:pPr>
            <a:r>
              <a:rPr lang="en-US" sz="2200" noProof="1" smtClean="0">
                <a:solidFill>
                  <a:srgbClr val="FFFF00"/>
                </a:solidFill>
                <a:effectLst/>
              </a:rPr>
              <a:t> </a:t>
            </a:r>
            <a:r>
              <a:rPr lang="en-US" sz="2200" b="1" noProof="1">
                <a:solidFill>
                  <a:srgbClr val="FFFF00"/>
                </a:solidFill>
                <a:effectLst/>
              </a:rPr>
              <a:t>5.3.2.5.6 Linux </a:t>
            </a:r>
            <a:r>
              <a:rPr lang="en-US" sz="2200" b="1" noProof="1" smtClean="0">
                <a:solidFill>
                  <a:srgbClr val="FFFF00"/>
                </a:solidFill>
                <a:effectLst/>
              </a:rPr>
              <a:t>Distributions (contd.)</a:t>
            </a:r>
            <a:endParaRPr lang="en-US" sz="2200" b="1" noProof="1">
              <a:solidFill>
                <a:srgbClr val="FFFF00"/>
              </a:solidFill>
              <a:effectLst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1" y="1033731"/>
            <a:ext cx="6902941" cy="136180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160" y="2378880"/>
            <a:ext cx="6902941" cy="45718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160" y="2866447"/>
            <a:ext cx="6690968" cy="131873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257" y="4225484"/>
            <a:ext cx="6951486" cy="258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110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subTitle" sz="quarter" idx="1"/>
          </p:nvPr>
        </p:nvSpPr>
        <p:spPr>
          <a:xfrm>
            <a:off x="381110" y="685872"/>
            <a:ext cx="8457978" cy="1295278"/>
          </a:xfrm>
        </p:spPr>
        <p:txBody>
          <a:bodyPr/>
          <a:lstStyle/>
          <a:p>
            <a:pPr marL="342900" indent="-342900" algn="l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q"/>
              <a:defRPr/>
            </a:pPr>
            <a:r>
              <a:rPr lang="en-MY" sz="2200" b="1" dirty="0" smtClean="0">
                <a:solidFill>
                  <a:srgbClr val="FFFF00"/>
                </a:solidFill>
              </a:rPr>
              <a:t>Analysis Tools </a:t>
            </a:r>
            <a:endParaRPr lang="en-MY" sz="2200" dirty="0" smtClean="0">
              <a:solidFill>
                <a:srgbClr val="FFFF00"/>
              </a:solidFill>
            </a:endParaRPr>
          </a:p>
          <a:p>
            <a:pPr marL="342900" indent="-342900" algn="l">
              <a:spcBef>
                <a:spcPts val="600"/>
              </a:spcBef>
              <a:spcAft>
                <a:spcPts val="60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/>
            </a:pPr>
            <a:r>
              <a:rPr lang="en-MY" sz="1600" dirty="0" smtClean="0"/>
              <a:t>Tools for analysis may again depend upon the </a:t>
            </a:r>
            <a:r>
              <a:rPr lang="en-MY" sz="1600" dirty="0" smtClean="0">
                <a:solidFill>
                  <a:srgbClr val="FFC000"/>
                </a:solidFill>
              </a:rPr>
              <a:t>type </a:t>
            </a:r>
            <a:r>
              <a:rPr lang="en-MY" sz="1600" dirty="0" smtClean="0">
                <a:solidFill>
                  <a:srgbClr val="FFC000"/>
                </a:solidFill>
              </a:rPr>
              <a:t>of investigation</a:t>
            </a:r>
            <a:r>
              <a:rPr lang="en-MY" sz="1600" dirty="0" smtClean="0"/>
              <a:t> </a:t>
            </a:r>
            <a:r>
              <a:rPr lang="en-MY" sz="1600" dirty="0" smtClean="0"/>
              <a:t>being </a:t>
            </a:r>
            <a:r>
              <a:rPr lang="en-MY" sz="1600" dirty="0" smtClean="0"/>
              <a:t>performed</a:t>
            </a:r>
          </a:p>
          <a:p>
            <a:pPr marL="342900" indent="-342900" algn="l">
              <a:spcBef>
                <a:spcPts val="600"/>
              </a:spcBef>
              <a:spcAft>
                <a:spcPts val="60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/>
            </a:pPr>
            <a:r>
              <a:rPr lang="en-MY" sz="1600" dirty="0" smtClean="0"/>
              <a:t>There </a:t>
            </a:r>
            <a:r>
              <a:rPr lang="en-MY" sz="1600" dirty="0" smtClean="0"/>
              <a:t>are several tools referred to as </a:t>
            </a:r>
            <a:r>
              <a:rPr lang="en-MY" sz="1600" dirty="0" smtClean="0">
                <a:solidFill>
                  <a:srgbClr val="FFC000"/>
                </a:solidFill>
              </a:rPr>
              <a:t>digital forensic suites</a:t>
            </a:r>
            <a:r>
              <a:rPr lang="en-MY" sz="1600" dirty="0" smtClean="0"/>
              <a:t>.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/>
            </a:pPr>
            <a:endParaRPr lang="en-MY" sz="1600" dirty="0"/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431776" y="33743"/>
            <a:ext cx="8229600" cy="60967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1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5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sz="3600" b="1" kern="0" dirty="0" smtClean="0">
                <a:solidFill>
                  <a:srgbClr val="18B2B6"/>
                </a:solidFill>
              </a:rPr>
              <a:t>5.4 Analysis</a:t>
            </a:r>
            <a:endParaRPr lang="en-GB" sz="3600" b="1" kern="0" dirty="0" smtClean="0">
              <a:solidFill>
                <a:srgbClr val="18B2B6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45" y="1981150"/>
            <a:ext cx="5528579" cy="195946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27" y="3979320"/>
            <a:ext cx="4995269" cy="284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689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912" y="914466"/>
            <a:ext cx="8229384" cy="3200316"/>
          </a:xfrm>
        </p:spPr>
        <p:txBody>
          <a:bodyPr>
            <a:prstTxWarp prst="textNoShape">
              <a:avLst/>
            </a:prstTxWarp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q"/>
              <a:defRPr/>
            </a:pPr>
            <a:r>
              <a:rPr lang="en-US" altLang="zh-CN" b="1" dirty="0" smtClean="0">
                <a:solidFill>
                  <a:srgbClr val="FFFF00"/>
                </a:solidFill>
              </a:rPr>
              <a:t>Timeline Analysis</a:t>
            </a:r>
            <a:endParaRPr lang="en-US" altLang="zh-CN" dirty="0" smtClean="0">
              <a:solidFill>
                <a:srgbClr val="FFFF00"/>
              </a:solidFill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/>
            </a:pPr>
            <a:r>
              <a:rPr lang="en-MY" altLang="en-US" dirty="0" smtClean="0"/>
              <a:t>A common technique for analysis, particularly in an </a:t>
            </a:r>
            <a:r>
              <a:rPr lang="en-MY" altLang="en-US" dirty="0" smtClean="0">
                <a:solidFill>
                  <a:srgbClr val="FFC000"/>
                </a:solidFill>
              </a:rPr>
              <a:t>incident response investigation</a:t>
            </a:r>
            <a:r>
              <a:rPr lang="en-MY" altLang="en-US" dirty="0" smtClean="0"/>
              <a:t>, is to perform a </a:t>
            </a:r>
            <a:r>
              <a:rPr lang="en-MY" altLang="en-US" dirty="0" smtClean="0">
                <a:solidFill>
                  <a:srgbClr val="FFC000"/>
                </a:solidFill>
              </a:rPr>
              <a:t>timeline analysis</a:t>
            </a:r>
            <a:r>
              <a:rPr lang="en-MY" altLang="en-US" dirty="0" smtClean="0"/>
              <a:t>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/>
            </a:pPr>
            <a:r>
              <a:rPr lang="en-MY" altLang="en-US" dirty="0" smtClean="0"/>
              <a:t>In this technique, the analyst </a:t>
            </a:r>
            <a:r>
              <a:rPr lang="en-MY" altLang="en-US" dirty="0" smtClean="0">
                <a:solidFill>
                  <a:srgbClr val="FFC000"/>
                </a:solidFill>
              </a:rPr>
              <a:t>examines events chronologically</a:t>
            </a:r>
            <a:r>
              <a:rPr lang="en-MY" altLang="en-US" dirty="0" smtClean="0"/>
              <a:t>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/>
            </a:pPr>
            <a:r>
              <a:rPr lang="en-MY" altLang="en-US" dirty="0" smtClean="0"/>
              <a:t>This can be used with any </a:t>
            </a:r>
            <a:r>
              <a:rPr lang="en-MY" altLang="en-US" dirty="0" err="1" smtClean="0"/>
              <a:t>artifacts</a:t>
            </a:r>
            <a:r>
              <a:rPr lang="en-MY" altLang="en-US" dirty="0" smtClean="0"/>
              <a:t> that maintain </a:t>
            </a:r>
            <a:r>
              <a:rPr lang="en-MY" altLang="en-US" dirty="0" smtClean="0">
                <a:solidFill>
                  <a:srgbClr val="FFC000"/>
                </a:solidFill>
              </a:rPr>
              <a:t>timestamps</a:t>
            </a:r>
            <a:r>
              <a:rPr lang="en-MY" altLang="en-US" dirty="0" smtClean="0"/>
              <a:t>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/>
            </a:pPr>
            <a:r>
              <a:rPr lang="en-MY" altLang="en-US" dirty="0" smtClean="0"/>
              <a:t>There are tools such as </a:t>
            </a:r>
            <a:r>
              <a:rPr lang="en-MY" altLang="en-US" dirty="0" smtClean="0">
                <a:solidFill>
                  <a:srgbClr val="FFC000"/>
                </a:solidFill>
              </a:rPr>
              <a:t>log2timeline</a:t>
            </a:r>
            <a:r>
              <a:rPr lang="en-MY" altLang="en-US" dirty="0" smtClean="0"/>
              <a:t>, that are designed to poll various evidence sources and place the various timestamps and events in chronological order.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38" y="4571970"/>
            <a:ext cx="8764876" cy="1581200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 bwMode="auto">
          <a:xfrm>
            <a:off x="431776" y="33743"/>
            <a:ext cx="8229600" cy="60967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1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5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sz="3600" b="1" kern="0" dirty="0" smtClean="0">
                <a:solidFill>
                  <a:srgbClr val="18B2B6"/>
                </a:solidFill>
              </a:rPr>
              <a:t>5.4 Analysis (contd.)</a:t>
            </a:r>
            <a:endParaRPr lang="en-GB" sz="3600" b="1" kern="0" dirty="0" smtClean="0">
              <a:solidFill>
                <a:srgbClr val="18B2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693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1776" y="838268"/>
            <a:ext cx="7772400" cy="4267088"/>
          </a:xfrm>
        </p:spPr>
        <p:txBody>
          <a:bodyPr>
            <a:prstTxWarp prst="textNoShape">
              <a:avLst/>
            </a:prstTxWarp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q"/>
              <a:defRPr/>
            </a:pPr>
            <a:r>
              <a:rPr lang="en-MY" altLang="en-US" dirty="0" smtClean="0">
                <a:solidFill>
                  <a:srgbClr val="FFFF00"/>
                </a:solidFill>
              </a:rPr>
              <a:t>File </a:t>
            </a:r>
            <a:r>
              <a:rPr lang="en-MY" altLang="en-US" dirty="0" smtClean="0">
                <a:solidFill>
                  <a:srgbClr val="FFFF00"/>
                </a:solidFill>
              </a:rPr>
              <a:t>Hashing </a:t>
            </a:r>
            <a:r>
              <a:rPr lang="en-MY" altLang="en-US" dirty="0" smtClean="0"/>
              <a:t>(Uniquely identify a file)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q"/>
              <a:defRPr/>
            </a:pPr>
            <a:endParaRPr lang="en-MY" altLang="en-US" dirty="0">
              <a:solidFill>
                <a:srgbClr val="FFFF00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defRPr/>
            </a:pPr>
            <a:endParaRPr lang="en-MY" altLang="en-US" dirty="0" smtClean="0">
              <a:solidFill>
                <a:srgbClr val="FFFF00"/>
              </a:solidFill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q"/>
              <a:defRPr/>
            </a:pPr>
            <a:endParaRPr lang="en-US" altLang="zh-CN" dirty="0" smtClean="0">
              <a:solidFill>
                <a:srgbClr val="FFFF00"/>
              </a:solidFill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q"/>
              <a:defRPr/>
            </a:pPr>
            <a:r>
              <a:rPr lang="en-US" altLang="zh-CN" dirty="0" smtClean="0">
                <a:solidFill>
                  <a:srgbClr val="FFFF00"/>
                </a:solidFill>
              </a:rPr>
              <a:t>Filtering </a:t>
            </a:r>
            <a:r>
              <a:rPr lang="en-US" altLang="zh-CN" dirty="0" smtClean="0"/>
              <a:t>(Data Reduction)</a:t>
            </a:r>
            <a:endParaRPr lang="en-US" altLang="zh-CN" dirty="0" smtClean="0">
              <a:solidFill>
                <a:srgbClr val="FFFF00"/>
              </a:solidFill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q"/>
              <a:defRPr/>
            </a:pPr>
            <a:r>
              <a:rPr lang="en-US" altLang="zh-CN" dirty="0" smtClean="0">
                <a:solidFill>
                  <a:srgbClr val="FFFF00"/>
                </a:solidFill>
              </a:rPr>
              <a:t>Data </a:t>
            </a:r>
            <a:r>
              <a:rPr lang="en-US" altLang="zh-CN" dirty="0" smtClean="0">
                <a:solidFill>
                  <a:srgbClr val="FFFF00"/>
                </a:solidFill>
              </a:rPr>
              <a:t>Carving </a:t>
            </a:r>
            <a:r>
              <a:rPr lang="en-US" altLang="zh-CN" dirty="0"/>
              <a:t>(</a:t>
            </a:r>
            <a:r>
              <a:rPr lang="en-US" altLang="zh-CN" dirty="0" smtClean="0"/>
              <a:t>searching for particular strings or bytes within a structure)</a:t>
            </a:r>
            <a:endParaRPr lang="en-US" altLang="zh-CN" dirty="0" smtClean="0">
              <a:solidFill>
                <a:srgbClr val="FFFF00"/>
              </a:solidFill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Clr>
                <a:srgbClr val="FFFF00"/>
              </a:buClr>
              <a:buSzPct val="100000"/>
              <a:buFont typeface="Wingdings" panose="05000000000000000000" pitchFamily="2" charset="2"/>
              <a:buChar char="ü"/>
              <a:defRPr/>
            </a:pPr>
            <a:r>
              <a:rPr lang="en-US" altLang="zh-CN" dirty="0" smtClean="0"/>
              <a:t>Files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Clr>
                <a:srgbClr val="FFFF00"/>
              </a:buClr>
              <a:buSzPct val="100000"/>
              <a:buFont typeface="Wingdings" panose="05000000000000000000" pitchFamily="2" charset="2"/>
              <a:buChar char="ü"/>
              <a:defRPr/>
            </a:pPr>
            <a:r>
              <a:rPr lang="en-US" altLang="zh-CN" dirty="0" smtClean="0"/>
              <a:t>Records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Clr>
                <a:srgbClr val="FFFF00"/>
              </a:buClr>
              <a:buSzPct val="100000"/>
              <a:buFont typeface="Wingdings" panose="05000000000000000000" pitchFamily="2" charset="2"/>
              <a:buChar char="ü"/>
              <a:defRPr/>
            </a:pPr>
            <a:r>
              <a:rPr lang="en-US" altLang="zh-CN" dirty="0" smtClean="0"/>
              <a:t>Index </a:t>
            </a:r>
            <a:r>
              <a:rPr lang="en-US" altLang="zh-CN" dirty="0" smtClean="0"/>
              <a:t>Search</a:t>
            </a:r>
            <a:endParaRPr lang="en-US" altLang="zh-CN" dirty="0" smtClean="0"/>
          </a:p>
        </p:txBody>
      </p:sp>
      <p:pic>
        <p:nvPicPr>
          <p:cNvPr id="3277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85" y="1295456"/>
            <a:ext cx="5085081" cy="1295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 bwMode="auto">
          <a:xfrm>
            <a:off x="431776" y="33743"/>
            <a:ext cx="8229600" cy="60967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1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5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sz="3600" b="1" kern="0" dirty="0" smtClean="0">
                <a:solidFill>
                  <a:srgbClr val="18B2B6"/>
                </a:solidFill>
              </a:rPr>
              <a:t>5.4 Analysis (contd.)</a:t>
            </a:r>
            <a:endParaRPr lang="en-GB" sz="3600" b="1" kern="0" dirty="0" smtClean="0">
              <a:solidFill>
                <a:srgbClr val="18B2B6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46" y="3558465"/>
            <a:ext cx="6182110" cy="3093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5195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431776" y="33743"/>
            <a:ext cx="8229600" cy="60967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1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5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sz="3600" b="1" kern="0" dirty="0" smtClean="0">
                <a:solidFill>
                  <a:srgbClr val="18B2B6"/>
                </a:solidFill>
              </a:rPr>
              <a:t>5.4 Analysis (contd.)</a:t>
            </a:r>
            <a:endParaRPr lang="en-GB" sz="3600" b="1" kern="0" dirty="0" smtClean="0">
              <a:solidFill>
                <a:srgbClr val="18B2B6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63" y="990664"/>
            <a:ext cx="8836426" cy="435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4730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304800" y="29718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GB" sz="7200" b="1" dirty="0" smtClean="0">
                <a:solidFill>
                  <a:srgbClr val="FFFF00"/>
                </a:solidFill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gital Dots">
  <a:themeElements>
    <a:clrScheme name="Digital Dots 2">
      <a:dk1>
        <a:srgbClr val="5B5B89"/>
      </a:dk1>
      <a:lt1>
        <a:srgbClr val="FFFFFF"/>
      </a:lt1>
      <a:dk2>
        <a:srgbClr val="666699"/>
      </a:dk2>
      <a:lt2>
        <a:srgbClr val="DFDEF6"/>
      </a:lt2>
      <a:accent1>
        <a:srgbClr val="6666FF"/>
      </a:accent1>
      <a:accent2>
        <a:srgbClr val="52527C"/>
      </a:accent2>
      <a:accent3>
        <a:srgbClr val="B8B8CA"/>
      </a:accent3>
      <a:accent4>
        <a:srgbClr val="DADADA"/>
      </a:accent4>
      <a:accent5>
        <a:srgbClr val="B8B8FF"/>
      </a:accent5>
      <a:accent6>
        <a:srgbClr val="494970"/>
      </a:accent6>
      <a:hlink>
        <a:srgbClr val="9999FF"/>
      </a:hlink>
      <a:folHlink>
        <a:srgbClr val="CCCCFF"/>
      </a:folHlink>
    </a:clrScheme>
    <a:fontScheme name="Digital Do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igital Dots 1">
        <a:dk1>
          <a:srgbClr val="00008A"/>
        </a:dk1>
        <a:lt1>
          <a:srgbClr val="FFFFFF"/>
        </a:lt1>
        <a:dk2>
          <a:srgbClr val="000099"/>
        </a:dk2>
        <a:lt2>
          <a:srgbClr val="FFFFFF"/>
        </a:lt2>
        <a:accent1>
          <a:srgbClr val="0099FF"/>
        </a:accent1>
        <a:accent2>
          <a:srgbClr val="00007A"/>
        </a:accent2>
        <a:accent3>
          <a:srgbClr val="AAAACA"/>
        </a:accent3>
        <a:accent4>
          <a:srgbClr val="DADADA"/>
        </a:accent4>
        <a:accent5>
          <a:srgbClr val="AACAFF"/>
        </a:accent5>
        <a:accent6>
          <a:srgbClr val="00006E"/>
        </a:accent6>
        <a:hlink>
          <a:srgbClr val="EAEAEA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gital Dots 2">
        <a:dk1>
          <a:srgbClr val="5B5B89"/>
        </a:dk1>
        <a:lt1>
          <a:srgbClr val="FFFFFF"/>
        </a:lt1>
        <a:dk2>
          <a:srgbClr val="666699"/>
        </a:dk2>
        <a:lt2>
          <a:srgbClr val="DFDEF6"/>
        </a:lt2>
        <a:accent1>
          <a:srgbClr val="6666FF"/>
        </a:accent1>
        <a:accent2>
          <a:srgbClr val="52527C"/>
        </a:accent2>
        <a:accent3>
          <a:srgbClr val="B8B8CA"/>
        </a:accent3>
        <a:accent4>
          <a:srgbClr val="DADADA"/>
        </a:accent4>
        <a:accent5>
          <a:srgbClr val="B8B8FF"/>
        </a:accent5>
        <a:accent6>
          <a:srgbClr val="494970"/>
        </a:accent6>
        <a:hlink>
          <a:srgbClr val="9999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gital Dots 3">
        <a:dk1>
          <a:srgbClr val="700000"/>
        </a:dk1>
        <a:lt1>
          <a:srgbClr val="FFFFFF"/>
        </a:lt1>
        <a:dk2>
          <a:srgbClr val="800000"/>
        </a:dk2>
        <a:lt2>
          <a:srgbClr val="FFFFCC"/>
        </a:lt2>
        <a:accent1>
          <a:srgbClr val="BE7960"/>
        </a:accent1>
        <a:accent2>
          <a:srgbClr val="600000"/>
        </a:accent2>
        <a:accent3>
          <a:srgbClr val="C0AAAA"/>
        </a:accent3>
        <a:accent4>
          <a:srgbClr val="DADADA"/>
        </a:accent4>
        <a:accent5>
          <a:srgbClr val="DBBEB6"/>
        </a:accent5>
        <a:accent6>
          <a:srgbClr val="560000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gital Dots 4">
        <a:dk1>
          <a:srgbClr val="000000"/>
        </a:dk1>
        <a:lt1>
          <a:srgbClr val="FDEB9D"/>
        </a:lt1>
        <a:dk2>
          <a:srgbClr val="000000"/>
        </a:dk2>
        <a:lt2>
          <a:srgbClr val="E0CE82"/>
        </a:lt2>
        <a:accent1>
          <a:srgbClr val="EAEAEA"/>
        </a:accent1>
        <a:accent2>
          <a:srgbClr val="C2B476"/>
        </a:accent2>
        <a:accent3>
          <a:srgbClr val="FEF3CC"/>
        </a:accent3>
        <a:accent4>
          <a:srgbClr val="000000"/>
        </a:accent4>
        <a:accent5>
          <a:srgbClr val="F3F3F3"/>
        </a:accent5>
        <a:accent6>
          <a:srgbClr val="B0A36A"/>
        </a:accent6>
        <a:hlink>
          <a:srgbClr val="A47900"/>
        </a:hlink>
        <a:folHlink>
          <a:srgbClr val="8C8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gital Dots 5">
        <a:dk1>
          <a:srgbClr val="5B5E52"/>
        </a:dk1>
        <a:lt1>
          <a:srgbClr val="FFFFFF"/>
        </a:lt1>
        <a:dk2>
          <a:srgbClr val="686B5D"/>
        </a:dk2>
        <a:lt2>
          <a:srgbClr val="CCD5C7"/>
        </a:lt2>
        <a:accent1>
          <a:srgbClr val="809EA8"/>
        </a:accent1>
        <a:accent2>
          <a:srgbClr val="4F5147"/>
        </a:accent2>
        <a:accent3>
          <a:srgbClr val="B9BAB6"/>
        </a:accent3>
        <a:accent4>
          <a:srgbClr val="DADADA"/>
        </a:accent4>
        <a:accent5>
          <a:srgbClr val="C0CCD1"/>
        </a:accent5>
        <a:accent6>
          <a:srgbClr val="47493F"/>
        </a:accent6>
        <a:hlink>
          <a:srgbClr val="AAA854"/>
        </a:hlink>
        <a:folHlink>
          <a:srgbClr val="E1D09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gital Dots 6">
        <a:dk1>
          <a:srgbClr val="46532B"/>
        </a:dk1>
        <a:lt1>
          <a:srgbClr val="FFFFFF"/>
        </a:lt1>
        <a:dk2>
          <a:srgbClr val="4E5D31"/>
        </a:dk2>
        <a:lt2>
          <a:srgbClr val="FFFFCC"/>
        </a:lt2>
        <a:accent1>
          <a:srgbClr val="8F8C00"/>
        </a:accent1>
        <a:accent2>
          <a:srgbClr val="424F29"/>
        </a:accent2>
        <a:accent3>
          <a:srgbClr val="B2B6AD"/>
        </a:accent3>
        <a:accent4>
          <a:srgbClr val="DADADA"/>
        </a:accent4>
        <a:accent5>
          <a:srgbClr val="C6C5AA"/>
        </a:accent5>
        <a:accent6>
          <a:srgbClr val="3B4724"/>
        </a:accent6>
        <a:hlink>
          <a:srgbClr val="33CC33"/>
        </a:hlink>
        <a:folHlink>
          <a:srgbClr val="00A1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gital Dots 7">
        <a:dk1>
          <a:srgbClr val="007673"/>
        </a:dk1>
        <a:lt1>
          <a:srgbClr val="FFFFFF"/>
        </a:lt1>
        <a:dk2>
          <a:srgbClr val="008080"/>
        </a:dk2>
        <a:lt2>
          <a:srgbClr val="FFFF99"/>
        </a:lt2>
        <a:accent1>
          <a:srgbClr val="33CCCC"/>
        </a:accent1>
        <a:accent2>
          <a:srgbClr val="006462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005A58"/>
        </a:accent6>
        <a:hlink>
          <a:srgbClr val="FFCC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gital Dots 8">
        <a:dk1>
          <a:srgbClr val="000000"/>
        </a:dk1>
        <a:lt1>
          <a:srgbClr val="E6F8F4"/>
        </a:lt1>
        <a:dk2>
          <a:srgbClr val="000000"/>
        </a:dk2>
        <a:lt2>
          <a:srgbClr val="C5DBD6"/>
        </a:lt2>
        <a:accent1>
          <a:srgbClr val="CCFF99"/>
        </a:accent1>
        <a:accent2>
          <a:srgbClr val="ACBAB7"/>
        </a:accent2>
        <a:accent3>
          <a:srgbClr val="F0FBF8"/>
        </a:accent3>
        <a:accent4>
          <a:srgbClr val="000000"/>
        </a:accent4>
        <a:accent5>
          <a:srgbClr val="E2FFCA"/>
        </a:accent5>
        <a:accent6>
          <a:srgbClr val="9BA8A6"/>
        </a:accent6>
        <a:hlink>
          <a:srgbClr val="00808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gital Dots 9">
        <a:dk1>
          <a:srgbClr val="000000"/>
        </a:dk1>
        <a:lt1>
          <a:srgbClr val="EAEAEA"/>
        </a:lt1>
        <a:dk2>
          <a:srgbClr val="000000"/>
        </a:dk2>
        <a:lt2>
          <a:srgbClr val="D1D1D1"/>
        </a:lt2>
        <a:accent1>
          <a:srgbClr val="CCECFF"/>
        </a:accent1>
        <a:accent2>
          <a:srgbClr val="B2B2B2"/>
        </a:accent2>
        <a:accent3>
          <a:srgbClr val="F3F3F3"/>
        </a:accent3>
        <a:accent4>
          <a:srgbClr val="000000"/>
        </a:accent4>
        <a:accent5>
          <a:srgbClr val="E2F4FF"/>
        </a:accent5>
        <a:accent6>
          <a:srgbClr val="A1A1A1"/>
        </a:accent6>
        <a:hlink>
          <a:srgbClr val="7200E4"/>
        </a:hlink>
        <a:folHlink>
          <a:srgbClr val="0033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Digital Dots">
  <a:themeElements>
    <a:clrScheme name="Digital Dots 2">
      <a:dk1>
        <a:srgbClr val="5B5B89"/>
      </a:dk1>
      <a:lt1>
        <a:srgbClr val="FFFFFF"/>
      </a:lt1>
      <a:dk2>
        <a:srgbClr val="666699"/>
      </a:dk2>
      <a:lt2>
        <a:srgbClr val="DFDEF6"/>
      </a:lt2>
      <a:accent1>
        <a:srgbClr val="6666FF"/>
      </a:accent1>
      <a:accent2>
        <a:srgbClr val="52527C"/>
      </a:accent2>
      <a:accent3>
        <a:srgbClr val="B8B8CA"/>
      </a:accent3>
      <a:accent4>
        <a:srgbClr val="DADADA"/>
      </a:accent4>
      <a:accent5>
        <a:srgbClr val="B8B8FF"/>
      </a:accent5>
      <a:accent6>
        <a:srgbClr val="494970"/>
      </a:accent6>
      <a:hlink>
        <a:srgbClr val="9999FF"/>
      </a:hlink>
      <a:folHlink>
        <a:srgbClr val="CCCCFF"/>
      </a:folHlink>
    </a:clrScheme>
    <a:fontScheme name="Digital Do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igital Dots 1">
        <a:dk1>
          <a:srgbClr val="00008A"/>
        </a:dk1>
        <a:lt1>
          <a:srgbClr val="FFFFFF"/>
        </a:lt1>
        <a:dk2>
          <a:srgbClr val="000099"/>
        </a:dk2>
        <a:lt2>
          <a:srgbClr val="FFFFFF"/>
        </a:lt2>
        <a:accent1>
          <a:srgbClr val="0099FF"/>
        </a:accent1>
        <a:accent2>
          <a:srgbClr val="00007A"/>
        </a:accent2>
        <a:accent3>
          <a:srgbClr val="AAAACA"/>
        </a:accent3>
        <a:accent4>
          <a:srgbClr val="DADADA"/>
        </a:accent4>
        <a:accent5>
          <a:srgbClr val="AACAFF"/>
        </a:accent5>
        <a:accent6>
          <a:srgbClr val="00006E"/>
        </a:accent6>
        <a:hlink>
          <a:srgbClr val="EAEAEA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gital Dots 2">
        <a:dk1>
          <a:srgbClr val="5B5B89"/>
        </a:dk1>
        <a:lt1>
          <a:srgbClr val="FFFFFF"/>
        </a:lt1>
        <a:dk2>
          <a:srgbClr val="666699"/>
        </a:dk2>
        <a:lt2>
          <a:srgbClr val="DFDEF6"/>
        </a:lt2>
        <a:accent1>
          <a:srgbClr val="6666FF"/>
        </a:accent1>
        <a:accent2>
          <a:srgbClr val="52527C"/>
        </a:accent2>
        <a:accent3>
          <a:srgbClr val="B8B8CA"/>
        </a:accent3>
        <a:accent4>
          <a:srgbClr val="DADADA"/>
        </a:accent4>
        <a:accent5>
          <a:srgbClr val="B8B8FF"/>
        </a:accent5>
        <a:accent6>
          <a:srgbClr val="494970"/>
        </a:accent6>
        <a:hlink>
          <a:srgbClr val="9999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gital Dots 3">
        <a:dk1>
          <a:srgbClr val="700000"/>
        </a:dk1>
        <a:lt1>
          <a:srgbClr val="FFFFFF"/>
        </a:lt1>
        <a:dk2>
          <a:srgbClr val="800000"/>
        </a:dk2>
        <a:lt2>
          <a:srgbClr val="FFFFCC"/>
        </a:lt2>
        <a:accent1>
          <a:srgbClr val="BE7960"/>
        </a:accent1>
        <a:accent2>
          <a:srgbClr val="600000"/>
        </a:accent2>
        <a:accent3>
          <a:srgbClr val="C0AAAA"/>
        </a:accent3>
        <a:accent4>
          <a:srgbClr val="DADADA"/>
        </a:accent4>
        <a:accent5>
          <a:srgbClr val="DBBEB6"/>
        </a:accent5>
        <a:accent6>
          <a:srgbClr val="560000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gital Dots 4">
        <a:dk1>
          <a:srgbClr val="000000"/>
        </a:dk1>
        <a:lt1>
          <a:srgbClr val="FDEB9D"/>
        </a:lt1>
        <a:dk2>
          <a:srgbClr val="000000"/>
        </a:dk2>
        <a:lt2>
          <a:srgbClr val="E0CE82"/>
        </a:lt2>
        <a:accent1>
          <a:srgbClr val="EAEAEA"/>
        </a:accent1>
        <a:accent2>
          <a:srgbClr val="C2B476"/>
        </a:accent2>
        <a:accent3>
          <a:srgbClr val="FEF3CC"/>
        </a:accent3>
        <a:accent4>
          <a:srgbClr val="000000"/>
        </a:accent4>
        <a:accent5>
          <a:srgbClr val="F3F3F3"/>
        </a:accent5>
        <a:accent6>
          <a:srgbClr val="B0A36A"/>
        </a:accent6>
        <a:hlink>
          <a:srgbClr val="A47900"/>
        </a:hlink>
        <a:folHlink>
          <a:srgbClr val="8C8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gital Dots 5">
        <a:dk1>
          <a:srgbClr val="5B5E52"/>
        </a:dk1>
        <a:lt1>
          <a:srgbClr val="FFFFFF"/>
        </a:lt1>
        <a:dk2>
          <a:srgbClr val="686B5D"/>
        </a:dk2>
        <a:lt2>
          <a:srgbClr val="CCD5C7"/>
        </a:lt2>
        <a:accent1>
          <a:srgbClr val="809EA8"/>
        </a:accent1>
        <a:accent2>
          <a:srgbClr val="4F5147"/>
        </a:accent2>
        <a:accent3>
          <a:srgbClr val="B9BAB6"/>
        </a:accent3>
        <a:accent4>
          <a:srgbClr val="DADADA"/>
        </a:accent4>
        <a:accent5>
          <a:srgbClr val="C0CCD1"/>
        </a:accent5>
        <a:accent6>
          <a:srgbClr val="47493F"/>
        </a:accent6>
        <a:hlink>
          <a:srgbClr val="AAA854"/>
        </a:hlink>
        <a:folHlink>
          <a:srgbClr val="E1D09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gital Dots 6">
        <a:dk1>
          <a:srgbClr val="46532B"/>
        </a:dk1>
        <a:lt1>
          <a:srgbClr val="FFFFFF"/>
        </a:lt1>
        <a:dk2>
          <a:srgbClr val="4E5D31"/>
        </a:dk2>
        <a:lt2>
          <a:srgbClr val="FFFFCC"/>
        </a:lt2>
        <a:accent1>
          <a:srgbClr val="8F8C00"/>
        </a:accent1>
        <a:accent2>
          <a:srgbClr val="424F29"/>
        </a:accent2>
        <a:accent3>
          <a:srgbClr val="B2B6AD"/>
        </a:accent3>
        <a:accent4>
          <a:srgbClr val="DADADA"/>
        </a:accent4>
        <a:accent5>
          <a:srgbClr val="C6C5AA"/>
        </a:accent5>
        <a:accent6>
          <a:srgbClr val="3B4724"/>
        </a:accent6>
        <a:hlink>
          <a:srgbClr val="33CC33"/>
        </a:hlink>
        <a:folHlink>
          <a:srgbClr val="00A1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gital Dots 7">
        <a:dk1>
          <a:srgbClr val="007673"/>
        </a:dk1>
        <a:lt1>
          <a:srgbClr val="FFFFFF"/>
        </a:lt1>
        <a:dk2>
          <a:srgbClr val="008080"/>
        </a:dk2>
        <a:lt2>
          <a:srgbClr val="FFFF99"/>
        </a:lt2>
        <a:accent1>
          <a:srgbClr val="33CCCC"/>
        </a:accent1>
        <a:accent2>
          <a:srgbClr val="006462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005A58"/>
        </a:accent6>
        <a:hlink>
          <a:srgbClr val="FFCC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gital Dots 8">
        <a:dk1>
          <a:srgbClr val="000000"/>
        </a:dk1>
        <a:lt1>
          <a:srgbClr val="E6F8F4"/>
        </a:lt1>
        <a:dk2>
          <a:srgbClr val="000000"/>
        </a:dk2>
        <a:lt2>
          <a:srgbClr val="C5DBD6"/>
        </a:lt2>
        <a:accent1>
          <a:srgbClr val="CCFF99"/>
        </a:accent1>
        <a:accent2>
          <a:srgbClr val="ACBAB7"/>
        </a:accent2>
        <a:accent3>
          <a:srgbClr val="F0FBF8"/>
        </a:accent3>
        <a:accent4>
          <a:srgbClr val="000000"/>
        </a:accent4>
        <a:accent5>
          <a:srgbClr val="E2FFCA"/>
        </a:accent5>
        <a:accent6>
          <a:srgbClr val="9BA8A6"/>
        </a:accent6>
        <a:hlink>
          <a:srgbClr val="00808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gital Dots 9">
        <a:dk1>
          <a:srgbClr val="000000"/>
        </a:dk1>
        <a:lt1>
          <a:srgbClr val="EAEAEA"/>
        </a:lt1>
        <a:dk2>
          <a:srgbClr val="000000"/>
        </a:dk2>
        <a:lt2>
          <a:srgbClr val="D1D1D1"/>
        </a:lt2>
        <a:accent1>
          <a:srgbClr val="CCECFF"/>
        </a:accent1>
        <a:accent2>
          <a:srgbClr val="B2B2B2"/>
        </a:accent2>
        <a:accent3>
          <a:srgbClr val="F3F3F3"/>
        </a:accent3>
        <a:accent4>
          <a:srgbClr val="000000"/>
        </a:accent4>
        <a:accent5>
          <a:srgbClr val="E2F4FF"/>
        </a:accent5>
        <a:accent6>
          <a:srgbClr val="A1A1A1"/>
        </a:accent6>
        <a:hlink>
          <a:srgbClr val="7200E4"/>
        </a:hlink>
        <a:folHlink>
          <a:srgbClr val="0033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Digital Dots</Template>
  <TotalTime>2776</TotalTime>
  <Words>713</Words>
  <Application>Microsoft Office PowerPoint</Application>
  <PresentationFormat>On-screen Show (4:3)</PresentationFormat>
  <Paragraphs>87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MS PGothic</vt:lpstr>
      <vt:lpstr>Arial</vt:lpstr>
      <vt:lpstr>KDBFP K+ Warnock Pro</vt:lpstr>
      <vt:lpstr>Times New Roman</vt:lpstr>
      <vt:lpstr>Wingdings</vt:lpstr>
      <vt:lpstr>Digital Dots</vt:lpstr>
      <vt:lpstr>1_Digital Dots</vt:lpstr>
      <vt:lpstr>CSE 6179 Digital Forensics</vt:lpstr>
      <vt:lpstr>Overview</vt:lpstr>
      <vt:lpstr>5.3 Examination (contd.)</vt:lpstr>
      <vt:lpstr>5.3 Examination (contd.)</vt:lpstr>
      <vt:lpstr>5.3 Examination (contd.)</vt:lpstr>
      <vt:lpstr>5.3 Examination (contd.)</vt:lpstr>
      <vt:lpstr>5.3 Examination (contd.)</vt:lpstr>
      <vt:lpstr>5.3 Examination (contd.)</vt:lpstr>
      <vt:lpstr>5.3 Examination (contd.)</vt:lpstr>
      <vt:lpstr>5.3 Examination (contd.)</vt:lpstr>
      <vt:lpstr>5.3 Examination (contd.)</vt:lpstr>
      <vt:lpstr>5.3 Examination (contd.)</vt:lpstr>
      <vt:lpstr>5.3 Examination (contd.)</vt:lpstr>
      <vt:lpstr>5.3 Examination (contd.)</vt:lpstr>
      <vt:lpstr>5.3 Examination (contd.)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Hands-On Ethical Hacking and Network Security</dc:title>
  <dc:subject>Chapter Ten</dc:subject>
  <dc:creator>mamun</dc:creator>
  <cp:lastModifiedBy>Mamun Elahi</cp:lastModifiedBy>
  <cp:revision>898</cp:revision>
  <dcterms:created xsi:type="dcterms:W3CDTF">2002-09-27T23:29:22Z</dcterms:created>
  <dcterms:modified xsi:type="dcterms:W3CDTF">2021-04-03T08:36:01Z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1033-11.2.0.8991</vt:lpwstr>
  </property>
</Properties>
</file>